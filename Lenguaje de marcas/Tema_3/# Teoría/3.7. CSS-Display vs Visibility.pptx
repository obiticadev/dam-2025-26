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_rels/.rels" ContentType="application/vnd.openxmlformats-package.relationship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55.xml" ContentType="application/vnd.openxmlformats-officedocument.theme+xml"/>
  <Override PartName="/ppt/theme/theme28.xml" ContentType="application/vnd.openxmlformats-officedocument.theme+xml"/>
  <Override PartName="/ppt/theme/theme2.xml" ContentType="application/vnd.openxmlformats-officedocument.theme+xml"/>
  <Override PartName="/ppt/theme/theme56.xml" ContentType="application/vnd.openxmlformats-officedocument.theme+xml"/>
  <Override PartName="/ppt/theme/theme29.xml" ContentType="application/vnd.openxmlformats-officedocument.theme+xml"/>
  <Override PartName="/ppt/theme/theme17.xml" ContentType="application/vnd.openxmlformats-officedocument.theme+xml"/>
  <Override PartName="/ppt/theme/theme6.xml" ContentType="application/vnd.openxmlformats-officedocument.theme+xml"/>
  <Override PartName="/ppt/theme/theme13.xml" ContentType="application/vnd.openxmlformats-officedocument.theme+xml"/>
  <Override PartName="/ppt/theme/theme18.xml" ContentType="application/vnd.openxmlformats-officedocument.theme+xml"/>
  <Override PartName="/ppt/theme/theme7.xml" ContentType="application/vnd.openxmlformats-officedocument.theme+xml"/>
  <Override PartName="/ppt/theme/theme14.xml" ContentType="application/vnd.openxmlformats-officedocument.theme+xml"/>
  <Override PartName="/ppt/theme/theme19.xml" ContentType="application/vnd.openxmlformats-officedocument.theme+xml"/>
  <Override PartName="/ppt/theme/theme10.xml" ContentType="application/vnd.openxmlformats-officedocument.theme+xml"/>
  <Override PartName="/ppt/theme/theme69.xml" ContentType="application/vnd.openxmlformats-officedocument.theme+xml"/>
  <Override PartName="/ppt/theme/theme3.xml" ContentType="application/vnd.openxmlformats-officedocument.theme+xml"/>
  <Override PartName="/ppt/theme/theme57.xml" ContentType="application/vnd.openxmlformats-officedocument.theme+xml"/>
  <Override PartName="/ppt/theme/theme8.xml" ContentType="application/vnd.openxmlformats-officedocument.theme+xml"/>
  <Override PartName="/ppt/theme/theme15.xml" ContentType="application/vnd.openxmlformats-officedocument.theme+xml"/>
  <Override PartName="/ppt/theme/theme11.xml" ContentType="application/vnd.openxmlformats-officedocument.theme+xml"/>
  <Override PartName="/ppt/theme/theme4.xml" ContentType="application/vnd.openxmlformats-officedocument.theme+xml"/>
  <Override PartName="/ppt/theme/theme58.xml" ContentType="application/vnd.openxmlformats-officedocument.theme+xml"/>
  <Override PartName="/ppt/theme/theme9.xml" ContentType="application/vnd.openxmlformats-officedocument.theme+xml"/>
  <Override PartName="/ppt/theme/theme16.xml" ContentType="application/vnd.openxmlformats-officedocument.theme+xml"/>
  <Override PartName="/ppt/theme/theme12.xml" ContentType="application/vnd.openxmlformats-officedocument.theme+xml"/>
  <Override PartName="/ppt/theme/theme5.xml" ContentType="application/vnd.openxmlformats-officedocument.theme+xml"/>
  <Override PartName="/ppt/theme/theme59.xml" ContentType="application/vnd.openxmlformats-officedocument.theme+xml"/>
  <Override PartName="/ppt/theme/theme20.xml" ContentType="application/vnd.openxmlformats-officedocument.theme+xml"/>
  <Override PartName="/ppt/theme/theme79.xml" ContentType="application/vnd.openxmlformats-officedocument.theme+xml"/>
  <Override PartName="/ppt/theme/theme21.xml" ContentType="application/vnd.openxmlformats-officedocument.theme+xml"/>
  <Override PartName="/ppt/theme/theme22.xml" ContentType="application/vnd.openxmlformats-officedocument.theme+xml"/>
  <Override PartName="/ppt/theme/theme23.xml" ContentType="application/vnd.openxmlformats-officedocument.theme+xml"/>
  <Override PartName="/ppt/theme/theme24.xml" ContentType="application/vnd.openxmlformats-officedocument.theme+xml"/>
  <Override PartName="/ppt/theme/theme25.xml" ContentType="application/vnd.openxmlformats-officedocument.theme+xml"/>
  <Override PartName="/ppt/theme/theme26.xml" ContentType="application/vnd.openxmlformats-officedocument.theme+xml"/>
  <Override PartName="/ppt/theme/theme27.xml" ContentType="application/vnd.openxmlformats-officedocument.theme+xml"/>
  <Override PartName="/ppt/theme/theme30.xml" ContentType="application/vnd.openxmlformats-officedocument.theme+xml"/>
  <Override PartName="/ppt/theme/theme31.xml" ContentType="application/vnd.openxmlformats-officedocument.theme+xml"/>
  <Override PartName="/ppt/theme/theme33.xml" ContentType="application/vnd.openxmlformats-officedocument.theme+xml"/>
  <Override PartName="/ppt/theme/theme34.xml" ContentType="application/vnd.openxmlformats-officedocument.theme+xml"/>
  <Override PartName="/ppt/theme/theme35.xml" ContentType="application/vnd.openxmlformats-officedocument.theme+xml"/>
  <Override PartName="/ppt/theme/theme36.xml" ContentType="application/vnd.openxmlformats-officedocument.theme+xml"/>
  <Override PartName="/ppt/theme/theme40.xml" ContentType="application/vnd.openxmlformats-officedocument.theme+xml"/>
  <Override PartName="/ppt/theme/theme41.xml" ContentType="application/vnd.openxmlformats-officedocument.theme+xml"/>
  <Override PartName="/ppt/theme/theme42.xml" ContentType="application/vnd.openxmlformats-officedocument.theme+xml"/>
  <Override PartName="/ppt/theme/theme43.xml" ContentType="application/vnd.openxmlformats-officedocument.theme+xml"/>
  <Override PartName="/ppt/theme/theme44.xml" ContentType="application/vnd.openxmlformats-officedocument.theme+xml"/>
  <Override PartName="/ppt/theme/theme45.xml" ContentType="application/vnd.openxmlformats-officedocument.theme+xml"/>
  <Override PartName="/ppt/theme/theme46.xml" ContentType="application/vnd.openxmlformats-officedocument.theme+xml"/>
  <Override PartName="/ppt/theme/theme50.xml" ContentType="application/vnd.openxmlformats-officedocument.theme+xml"/>
  <Override PartName="/ppt/theme/theme51.xml" ContentType="application/vnd.openxmlformats-officedocument.theme+xml"/>
  <Override PartName="/ppt/theme/theme52.xml" ContentType="application/vnd.openxmlformats-officedocument.theme+xml"/>
  <Override PartName="/ppt/theme/theme53.xml" ContentType="application/vnd.openxmlformats-officedocument.theme+xml"/>
  <Override PartName="/ppt/theme/theme54.xml" ContentType="application/vnd.openxmlformats-officedocument.theme+xml"/>
  <Override PartName="/ppt/theme/theme60.xml" ContentType="application/vnd.openxmlformats-officedocument.theme+xml"/>
  <Override PartName="/ppt/theme/theme61.xml" ContentType="application/vnd.openxmlformats-officedocument.theme+xml"/>
  <Override PartName="/ppt/theme/theme62.xml" ContentType="application/vnd.openxmlformats-officedocument.theme+xml"/>
  <Override PartName="/ppt/theme/theme63.xml" ContentType="application/vnd.openxmlformats-officedocument.theme+xml"/>
  <Override PartName="/ppt/theme/theme64.xml" ContentType="application/vnd.openxmlformats-officedocument.theme+xml"/>
  <Override PartName="/ppt/theme/theme37.xml" ContentType="application/vnd.openxmlformats-officedocument.theme+xml"/>
  <Override PartName="/ppt/theme/theme70.xml" ContentType="application/vnd.openxmlformats-officedocument.theme+xml"/>
  <Override PartName="/ppt/theme/theme38.xml" ContentType="application/vnd.openxmlformats-officedocument.theme+xml"/>
  <Override PartName="/ppt/theme/theme71.xml" ContentType="application/vnd.openxmlformats-officedocument.theme+xml"/>
  <Override PartName="/ppt/theme/theme39.xml" ContentType="application/vnd.openxmlformats-officedocument.theme+xml"/>
  <Override PartName="/ppt/theme/theme72.xml" ContentType="application/vnd.openxmlformats-officedocument.theme+xml"/>
  <Override PartName="/ppt/theme/theme73.xml" ContentType="application/vnd.openxmlformats-officedocument.theme+xml"/>
  <Override PartName="/ppt/theme/theme74.xml" ContentType="application/vnd.openxmlformats-officedocument.theme+xml"/>
  <Override PartName="/ppt/theme/theme65.xml" ContentType="application/vnd.openxmlformats-officedocument.theme+xml"/>
  <Override PartName="/ppt/theme/theme47.xml" ContentType="application/vnd.openxmlformats-officedocument.theme+xml"/>
  <Override PartName="/ppt/theme/theme80.xml" ContentType="application/vnd.openxmlformats-officedocument.theme+xml"/>
  <Override PartName="/ppt/theme/theme75.xml" ContentType="application/vnd.openxmlformats-officedocument.theme+xml"/>
  <Override PartName="/ppt/theme/theme66.xml" ContentType="application/vnd.openxmlformats-officedocument.theme+xml"/>
  <Override PartName="/ppt/theme/theme48.xml" ContentType="application/vnd.openxmlformats-officedocument.theme+xml"/>
  <Override PartName="/ppt/theme/theme81.xml" ContentType="application/vnd.openxmlformats-officedocument.theme+xml"/>
  <Override PartName="/ppt/theme/theme76.xml" ContentType="application/vnd.openxmlformats-officedocument.theme+xml"/>
  <Override PartName="/ppt/theme/theme67.xml" ContentType="application/vnd.openxmlformats-officedocument.theme+xml"/>
  <Override PartName="/ppt/theme/theme49.xml" ContentType="application/vnd.openxmlformats-officedocument.theme+xml"/>
  <Override PartName="/ppt/theme/theme82.xml" ContentType="application/vnd.openxmlformats-officedocument.theme+xml"/>
  <Override PartName="/ppt/theme/theme77.xml" ContentType="application/vnd.openxmlformats-officedocument.theme+xml"/>
  <Override PartName="/ppt/theme/theme68.xml" ContentType="application/vnd.openxmlformats-officedocument.theme+xml"/>
  <Override PartName="/ppt/theme/theme83.xml" ContentType="application/vnd.openxmlformats-officedocument.theme+xml"/>
  <Override PartName="/ppt/theme/theme78.xml" ContentType="application/vnd.openxmlformats-officedocument.theme+xml"/>
  <Override PartName="/ppt/theme/theme84.xml" ContentType="application/vnd.openxmlformats-officedocument.theme+xml"/>
  <Override PartName="/ppt/theme/theme32.xml" ContentType="application/vnd.openxmlformats-officedocument.theme+xml"/>
  <Override PartName="/ppt/theme/theme85.xml" ContentType="application/vnd.openxmlformats-officedocument.theme+xml"/>
  <Override PartName="/ppt/slideMasters/_rels/slideMaster85.xml.rels" ContentType="application/vnd.openxmlformats-package.relationships+xml"/>
  <Override PartName="/ppt/slideMasters/_rels/slideMaster84.xml.rels" ContentType="application/vnd.openxmlformats-package.relationships+xml"/>
  <Override PartName="/ppt/slideMasters/_rels/slideMaster78.xml.rels" ContentType="application/vnd.openxmlformats-package.relationships+xml"/>
  <Override PartName="/ppt/slideMasters/_rels/slideMaster83.xml.rels" ContentType="application/vnd.openxmlformats-package.relationships+xml"/>
  <Override PartName="/ppt/slideMasters/_rels/slideMaster68.xml.rels" ContentType="application/vnd.openxmlformats-package.relationships+xml"/>
  <Override PartName="/ppt/slideMasters/_rels/slideMaster77.xml.rels" ContentType="application/vnd.openxmlformats-package.relationships+xml"/>
  <Override PartName="/ppt/slideMasters/_rels/slideMaster82.xml.rels" ContentType="application/vnd.openxmlformats-package.relationships+xml"/>
  <Override PartName="/ppt/slideMasters/_rels/slideMaster49.xml.rels" ContentType="application/vnd.openxmlformats-package.relationships+xml"/>
  <Override PartName="/ppt/slideMasters/_rels/slideMaster67.xml.rels" ContentType="application/vnd.openxmlformats-package.relationships+xml"/>
  <Override PartName="/ppt/slideMasters/_rels/slideMaster76.xml.rels" ContentType="application/vnd.openxmlformats-package.relationships+xml"/>
  <Override PartName="/ppt/slideMasters/_rels/slideMaster81.xml.rels" ContentType="application/vnd.openxmlformats-package.relationships+xml"/>
  <Override PartName="/ppt/slideMasters/_rels/slideMaster48.xml.rels" ContentType="application/vnd.openxmlformats-package.relationships+xml"/>
  <Override PartName="/ppt/slideMasters/_rels/slideMaster66.xml.rels" ContentType="application/vnd.openxmlformats-package.relationships+xml"/>
  <Override PartName="/ppt/slideMasters/_rels/slideMaster75.xml.rels" ContentType="application/vnd.openxmlformats-package.relationships+xml"/>
  <Override PartName="/ppt/slideMasters/_rels/slideMaster80.xml.rels" ContentType="application/vnd.openxmlformats-package.relationships+xml"/>
  <Override PartName="/ppt/slideMasters/_rels/slideMaster47.xml.rels" ContentType="application/vnd.openxmlformats-package.relationships+xml"/>
  <Override PartName="/ppt/slideMasters/_rels/slideMaster65.xml.rels" ContentType="application/vnd.openxmlformats-package.relationships+xml"/>
  <Override PartName="/ppt/slideMasters/_rels/slideMaster74.xml.rels" ContentType="application/vnd.openxmlformats-package.relationships+xml"/>
  <Override PartName="/ppt/slideMasters/_rels/slideMaster73.xml.rels" ContentType="application/vnd.openxmlformats-package.relationships+xml"/>
  <Override PartName="/ppt/slideMasters/_rels/slideMaster72.xml.rels" ContentType="application/vnd.openxmlformats-package.relationships+xml"/>
  <Override PartName="/ppt/slideMasters/_rels/slideMaster71.xml.rels" ContentType="application/vnd.openxmlformats-package.relationships+xml"/>
  <Override PartName="/ppt/slideMasters/_rels/slideMaster70.xml.rels" ContentType="application/vnd.openxmlformats-package.relationships+xml"/>
  <Override PartName="/ppt/slideMasters/_rels/slideMaster64.xml.rels" ContentType="application/vnd.openxmlformats-package.relationships+xml"/>
  <Override PartName="/ppt/slideMasters/_rels/slideMaster63.xml.rels" ContentType="application/vnd.openxmlformats-package.relationships+xml"/>
  <Override PartName="/ppt/slideMasters/_rels/slideMaster62.xml.rels" ContentType="application/vnd.openxmlformats-package.relationships+xml"/>
  <Override PartName="/ppt/slideMasters/_rels/slideMaster61.xml.rels" ContentType="application/vnd.openxmlformats-package.relationships+xml"/>
  <Override PartName="/ppt/slideMasters/_rels/slideMaster60.xml.rels" ContentType="application/vnd.openxmlformats-package.relationships+xml"/>
  <Override PartName="/ppt/slideMasters/_rels/slideMaster59.xml.rels" ContentType="application/vnd.openxmlformats-package.relationships+xml"/>
  <Override PartName="/ppt/slideMasters/_rels/slideMaster58.xml.rels" ContentType="application/vnd.openxmlformats-package.relationships+xml"/>
  <Override PartName="/ppt/slideMasters/_rels/slideMaster57.xml.rels" ContentType="application/vnd.openxmlformats-package.relationships+xml"/>
  <Override PartName="/ppt/slideMasters/_rels/slideMaster56.xml.rels" ContentType="application/vnd.openxmlformats-package.relationships+xml"/>
  <Override PartName="/ppt/slideMasters/_rels/slideMaster55.xml.rels" ContentType="application/vnd.openxmlformats-package.relationships+xml"/>
  <Override PartName="/ppt/slideMasters/_rels/slideMaster54.xml.rels" ContentType="application/vnd.openxmlformats-package.relationships+xml"/>
  <Override PartName="/ppt/slideMasters/_rels/slideMaster53.xml.rels" ContentType="application/vnd.openxmlformats-package.relationships+xml"/>
  <Override PartName="/ppt/slideMasters/_rels/slideMaster52.xml.rels" ContentType="application/vnd.openxmlformats-package.relationships+xml"/>
  <Override PartName="/ppt/slideMasters/_rels/slideMaster51.xml.rels" ContentType="application/vnd.openxmlformats-package.relationships+xml"/>
  <Override PartName="/ppt/slideMasters/_rels/slideMaster50.xml.rels" ContentType="application/vnd.openxmlformats-package.relationships+xml"/>
  <Override PartName="/ppt/slideMasters/_rels/slideMaster46.xml.rels" ContentType="application/vnd.openxmlformats-package.relationships+xml"/>
  <Override PartName="/ppt/slideMasters/_rels/slideMaster42.xml.rels" ContentType="application/vnd.openxmlformats-package.relationships+xml"/>
  <Override PartName="/ppt/slideMasters/_rels/slideMaster41.xml.rels" ContentType="application/vnd.openxmlformats-package.relationships+xml"/>
  <Override PartName="/ppt/slideMasters/_rels/slideMaster40.xml.rels" ContentType="application/vnd.openxmlformats-package.relationships+xml"/>
  <Override PartName="/ppt/slideMasters/_rels/slideMaster35.xml.rels" ContentType="application/vnd.openxmlformats-package.relationships+xml"/>
  <Override PartName="/ppt/slideMasters/_rels/slideMaster34.xml.rels" ContentType="application/vnd.openxmlformats-package.relationships+xml"/>
  <Override PartName="/ppt/slideMasters/_rels/slideMaster33.xml.rels" ContentType="application/vnd.openxmlformats-package.relationships+xml"/>
  <Override PartName="/ppt/slideMasters/_rels/slideMaster32.xml.rels" ContentType="application/vnd.openxmlformats-package.relationships+xml"/>
  <Override PartName="/ppt/slideMasters/_rels/slideMaster29.xml.rels" ContentType="application/vnd.openxmlformats-package.relationships+xml"/>
  <Override PartName="/ppt/slideMasters/_rels/slideMaster31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28.xml.rels" ContentType="application/vnd.openxmlformats-package.relationships+xml"/>
  <Override PartName="/ppt/slideMasters/_rels/slideMaster30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27.xml.rels" ContentType="application/vnd.openxmlformats-package.relationships+xml"/>
  <Override PartName="/ppt/slideMasters/_rels/slideMaster26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25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23.xml.rels" ContentType="application/vnd.openxmlformats-package.relationships+xml"/>
  <Override PartName="/ppt/slideMasters/_rels/slideMaster45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2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2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24.xml.rels" ContentType="application/vnd.openxmlformats-package.relationships+xml"/>
  <Override PartName="/ppt/slideMasters/_rels/slideMaster19.xml.rels" ContentType="application/vnd.openxmlformats-package.relationships+xml"/>
  <Override PartName="/ppt/slideMasters/_rels/slideMaster36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20.xml.rels" ContentType="application/vnd.openxmlformats-package.relationships+xml"/>
  <Override PartName="/ppt/slideMasters/_rels/slideMaster79.xml.rels" ContentType="application/vnd.openxmlformats-package.relationships+xml"/>
  <Override PartName="/ppt/slideMasters/_rels/slideMaster11.xml.rels" ContentType="application/vnd.openxmlformats-package.relationships+xml"/>
  <Override PartName="/ppt/slideMasters/_rels/slideMaster18.xml.rels" ContentType="application/vnd.openxmlformats-package.relationships+xml"/>
  <Override PartName="/ppt/slideMasters/_rels/slideMaster69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16.xml.rels" ContentType="application/vnd.openxmlformats-package.relationships+xml"/>
  <Override PartName="/ppt/slideMasters/_rels/slideMaster17.xml.rels" ContentType="application/vnd.openxmlformats-package.relationships+xml"/>
  <Override PartName="/ppt/slideMasters/_rels/slideMaster39.xml.rels" ContentType="application/vnd.openxmlformats-package.relationships+xml"/>
  <Override PartName="/ppt/slideMasters/_rels/slideMaster44.xml.rels" ContentType="application/vnd.openxmlformats-package.relationships+xml"/>
  <Override PartName="/ppt/slideMasters/_rels/slideMaster13.xml.rels" ContentType="application/vnd.openxmlformats-package.relationships+xml"/>
  <Override PartName="/ppt/slideMasters/_rels/slideMaster15.xml.rels" ContentType="application/vnd.openxmlformats-package.relationships+xml"/>
  <Override PartName="/ppt/slideMasters/_rels/slideMaster38.xml.rels" ContentType="application/vnd.openxmlformats-package.relationships+xml"/>
  <Override PartName="/ppt/slideMasters/_rels/slideMaster43.xml.rels" ContentType="application/vnd.openxmlformats-package.relationships+xml"/>
  <Override PartName="/ppt/slideMasters/_rels/slideMaster12.xml.rels" ContentType="application/vnd.openxmlformats-package.relationships+xml"/>
  <Override PartName="/ppt/slideMasters/_rels/slideMaster14.xml.rels" ContentType="application/vnd.openxmlformats-package.relationships+xml"/>
  <Override PartName="/ppt/slideMasters/_rels/slideMaster37.xml.rels" ContentType="application/vnd.openxmlformats-package.relationships+xml"/>
  <Override PartName="/ppt/slideMasters/slideMaster37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38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39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69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36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Masters/slideMaster79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2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2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2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29.xml" ContentType="application/vnd.openxmlformats-officedocument.presentationml.slideMaster+xml"/>
  <Override PartName="/ppt/slideMasters/slideMaster30.xml" ContentType="application/vnd.openxmlformats-officedocument.presentationml.slideMaster+xml"/>
  <Override PartName="/ppt/slideMasters/slideMaster31.xml" ContentType="application/vnd.openxmlformats-officedocument.presentationml.slideMaster+xml"/>
  <Override PartName="/ppt/slideMasters/slideMaster32.xml" ContentType="application/vnd.openxmlformats-officedocument.presentationml.slideMaster+xml"/>
  <Override PartName="/ppt/slideMasters/slideMaster33.xml" ContentType="application/vnd.openxmlformats-officedocument.presentationml.slideMaster+xml"/>
  <Override PartName="/ppt/slideMasters/slideMaster34.xml" ContentType="application/vnd.openxmlformats-officedocument.presentationml.slideMaster+xml"/>
  <Override PartName="/ppt/slideMasters/slideMaster35.xml" ContentType="application/vnd.openxmlformats-officedocument.presentationml.slideMaster+xml"/>
  <Override PartName="/ppt/slideMasters/slideMaster40.xml" ContentType="application/vnd.openxmlformats-officedocument.presentationml.slideMaster+xml"/>
  <Override PartName="/ppt/slideMasters/slideMaster41.xml" ContentType="application/vnd.openxmlformats-officedocument.presentationml.slideMaster+xml"/>
  <Override PartName="/ppt/slideMasters/slideMaster42.xml" ContentType="application/vnd.openxmlformats-officedocument.presentationml.slideMaster+xml"/>
  <Override PartName="/ppt/slideMasters/slideMaster43.xml" ContentType="application/vnd.openxmlformats-officedocument.presentationml.slideMaster+xml"/>
  <Override PartName="/ppt/slideMasters/slideMaster44.xml" ContentType="application/vnd.openxmlformats-officedocument.presentationml.slideMaster+xml"/>
  <Override PartName="/ppt/slideMasters/slideMaster45.xml" ContentType="application/vnd.openxmlformats-officedocument.presentationml.slideMaster+xml"/>
  <Override PartName="/ppt/slideMasters/slideMaster46.xml" ContentType="application/vnd.openxmlformats-officedocument.presentationml.slideMaster+xml"/>
  <Override PartName="/ppt/slideMasters/slideMaster50.xml" ContentType="application/vnd.openxmlformats-officedocument.presentationml.slideMaster+xml"/>
  <Override PartName="/ppt/slideMasters/slideMaster51.xml" ContentType="application/vnd.openxmlformats-officedocument.presentationml.slideMaster+xml"/>
  <Override PartName="/ppt/slideMasters/slideMaster52.xml" ContentType="application/vnd.openxmlformats-officedocument.presentationml.slideMaster+xml"/>
  <Override PartName="/ppt/slideMasters/slideMaster53.xml" ContentType="application/vnd.openxmlformats-officedocument.presentationml.slideMaster+xml"/>
  <Override PartName="/ppt/slideMasters/slideMaster54.xml" ContentType="application/vnd.openxmlformats-officedocument.presentationml.slideMaster+xml"/>
  <Override PartName="/ppt/slideMasters/slideMaster55.xml" ContentType="application/vnd.openxmlformats-officedocument.presentationml.slideMaster+xml"/>
  <Override PartName="/ppt/slideMasters/slideMaster56.xml" ContentType="application/vnd.openxmlformats-officedocument.presentationml.slideMaster+xml"/>
  <Override PartName="/ppt/slideMasters/slideMaster57.xml" ContentType="application/vnd.openxmlformats-officedocument.presentationml.slideMaster+xml"/>
  <Override PartName="/ppt/slideMasters/slideMaster58.xml" ContentType="application/vnd.openxmlformats-officedocument.presentationml.slideMaster+xml"/>
  <Override PartName="/ppt/slideMasters/slideMaster59.xml" ContentType="application/vnd.openxmlformats-officedocument.presentationml.slideMaster+xml"/>
  <Override PartName="/ppt/slideMasters/slideMaster60.xml" ContentType="application/vnd.openxmlformats-officedocument.presentationml.slideMaster+xml"/>
  <Override PartName="/ppt/slideMasters/slideMaster61.xml" ContentType="application/vnd.openxmlformats-officedocument.presentationml.slideMaster+xml"/>
  <Override PartName="/ppt/slideMasters/slideMaster62.xml" ContentType="application/vnd.openxmlformats-officedocument.presentationml.slideMaster+xml"/>
  <Override PartName="/ppt/slideMasters/slideMaster63.xml" ContentType="application/vnd.openxmlformats-officedocument.presentationml.slideMaster+xml"/>
  <Override PartName="/ppt/slideMasters/slideMaster64.xml" ContentType="application/vnd.openxmlformats-officedocument.presentationml.slideMaster+xml"/>
  <Override PartName="/ppt/slideMasters/slideMaster70.xml" ContentType="application/vnd.openxmlformats-officedocument.presentationml.slideMaster+xml"/>
  <Override PartName="/ppt/slideMasters/slideMaster71.xml" ContentType="application/vnd.openxmlformats-officedocument.presentationml.slideMaster+xml"/>
  <Override PartName="/ppt/slideMasters/slideMaster72.xml" ContentType="application/vnd.openxmlformats-officedocument.presentationml.slideMaster+xml"/>
  <Override PartName="/ppt/slideMasters/slideMaster73.xml" ContentType="application/vnd.openxmlformats-officedocument.presentationml.slideMaster+xml"/>
  <Override PartName="/ppt/slideMasters/slideMaster74.xml" ContentType="application/vnd.openxmlformats-officedocument.presentationml.slideMaster+xml"/>
  <Override PartName="/ppt/slideMasters/slideMaster65.xml" ContentType="application/vnd.openxmlformats-officedocument.presentationml.slideMaster+xml"/>
  <Override PartName="/ppt/slideMasters/slideMaster47.xml" ContentType="application/vnd.openxmlformats-officedocument.presentationml.slideMaster+xml"/>
  <Override PartName="/ppt/slideMasters/slideMaster80.xml" ContentType="application/vnd.openxmlformats-officedocument.presentationml.slideMaster+xml"/>
  <Override PartName="/ppt/slideMasters/slideMaster75.xml" ContentType="application/vnd.openxmlformats-officedocument.presentationml.slideMaster+xml"/>
  <Override PartName="/ppt/slideMasters/slideMaster66.xml" ContentType="application/vnd.openxmlformats-officedocument.presentationml.slideMaster+xml"/>
  <Override PartName="/ppt/slideMasters/slideMaster48.xml" ContentType="application/vnd.openxmlformats-officedocument.presentationml.slideMaster+xml"/>
  <Override PartName="/ppt/slideMasters/slideMaster81.xml" ContentType="application/vnd.openxmlformats-officedocument.presentationml.slideMaster+xml"/>
  <Override PartName="/ppt/slideMasters/slideMaster76.xml" ContentType="application/vnd.openxmlformats-officedocument.presentationml.slideMaster+xml"/>
  <Override PartName="/ppt/slideMasters/slideMaster67.xml" ContentType="application/vnd.openxmlformats-officedocument.presentationml.slideMaster+xml"/>
  <Override PartName="/ppt/slideMasters/slideMaster49.xml" ContentType="application/vnd.openxmlformats-officedocument.presentationml.slideMaster+xml"/>
  <Override PartName="/ppt/slideMasters/slideMaster82.xml" ContentType="application/vnd.openxmlformats-officedocument.presentationml.slideMaster+xml"/>
  <Override PartName="/ppt/slideMasters/slideMaster77.xml" ContentType="application/vnd.openxmlformats-officedocument.presentationml.slideMaster+xml"/>
  <Override PartName="/ppt/slideMasters/slideMaster68.xml" ContentType="application/vnd.openxmlformats-officedocument.presentationml.slideMaster+xml"/>
  <Override PartName="/ppt/slideMasters/slideMaster83.xml" ContentType="application/vnd.openxmlformats-officedocument.presentationml.slideMaster+xml"/>
  <Override PartName="/ppt/slideMasters/slideMaster78.xml" ContentType="application/vnd.openxmlformats-officedocument.presentationml.slideMaster+xml"/>
  <Override PartName="/ppt/slideMasters/slideMaster84.xml" ContentType="application/vnd.openxmlformats-officedocument.presentationml.slideMaster+xml"/>
  <Override PartName="/ppt/slideMasters/slideMaster85.xml" ContentType="application/vnd.openxmlformats-officedocument.presentationml.slideMaster+xml"/>
  <Override PartName="/ppt/_rels/presentation.xml.rels" ContentType="application/vnd.openxmlformats-package.relationships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_rels/slideLayout88.xml.rels" ContentType="application/vnd.openxmlformats-package.relationships+xml"/>
  <Override PartName="/ppt/slideLayouts/_rels/slideLayout87.xml.rels" ContentType="application/vnd.openxmlformats-package.relationships+xml"/>
  <Override PartName="/ppt/slideLayouts/_rels/slideLayout86.xml.rels" ContentType="application/vnd.openxmlformats-package.relationships+xml"/>
  <Override PartName="/ppt/slideLayouts/_rels/slideLayout85.xml.rels" ContentType="application/vnd.openxmlformats-package.relationships+xml"/>
  <Override PartName="/ppt/slideLayouts/_rels/slideLayout84.xml.rels" ContentType="application/vnd.openxmlformats-package.relationships+xml"/>
  <Override PartName="/ppt/slideLayouts/_rels/slideLayout78.xml.rels" ContentType="application/vnd.openxmlformats-package.relationships+xml"/>
  <Override PartName="/ppt/slideLayouts/_rels/slideLayout83.xml.rels" ContentType="application/vnd.openxmlformats-package.relationships+xml"/>
  <Override PartName="/ppt/slideLayouts/_rels/slideLayout68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77.xml.rels" ContentType="application/vnd.openxmlformats-package.relationships+xml"/>
  <Override PartName="/ppt/slideLayouts/_rels/slideLayout82.xml.rels" ContentType="application/vnd.openxmlformats-package.relationships+xml"/>
  <Override PartName="/ppt/slideLayouts/_rels/slideLayout49.xml.rels" ContentType="application/vnd.openxmlformats-package.relationships+xml"/>
  <Override PartName="/ppt/slideLayouts/_rels/slideLayout67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81.xml.rels" ContentType="application/vnd.openxmlformats-package.relationships+xml"/>
  <Override PartName="/ppt/slideLayouts/_rels/slideLayout48.xml.rels" ContentType="application/vnd.openxmlformats-package.relationships+xml"/>
  <Override PartName="/ppt/slideLayouts/_rels/slideLayout66.xml.rels" ContentType="application/vnd.openxmlformats-package.relationships+xml"/>
  <Override PartName="/ppt/slideLayouts/_rels/slideLayout80.xml.rels" ContentType="application/vnd.openxmlformats-package.relationships+xml"/>
  <Override PartName="/ppt/slideLayouts/_rels/slideLayout47.xml.rels" ContentType="application/vnd.openxmlformats-package.relationships+xml"/>
  <Override PartName="/ppt/slideLayouts/_rels/slideLayout65.xml.rels" ContentType="application/vnd.openxmlformats-package.relationships+xml"/>
  <Override PartName="/ppt/slideLayouts/_rels/slideLayout76.xml.rels" ContentType="application/vnd.openxmlformats-package.relationships+xml"/>
  <Override PartName="/ppt/slideLayouts/_rels/slideLayout75.xml.rels" ContentType="application/vnd.openxmlformats-package.relationships+xml"/>
  <Override PartName="/ppt/slideLayouts/_rels/slideLayout74.xml.rels" ContentType="application/vnd.openxmlformats-package.relationships+xml"/>
  <Override PartName="/ppt/slideLayouts/_rels/slideLayout73.xml.rels" ContentType="application/vnd.openxmlformats-package.relationships+xml"/>
  <Override PartName="/ppt/slideLayouts/_rels/slideLayout72.xml.rels" ContentType="application/vnd.openxmlformats-package.relationships+xml"/>
  <Override PartName="/ppt/slideLayouts/_rels/slideLayout71.xml.rels" ContentType="application/vnd.openxmlformats-package.relationships+xml"/>
  <Override PartName="/ppt/slideLayouts/_rels/slideLayout70.xml.rels" ContentType="application/vnd.openxmlformats-package.relationships+xml"/>
  <Override PartName="/ppt/slideLayouts/_rels/slideLayout64.xml.rels" ContentType="application/vnd.openxmlformats-package.relationships+xml"/>
  <Override PartName="/ppt/slideLayouts/_rels/slideLayout63.xml.rels" ContentType="application/vnd.openxmlformats-package.relationships+xml"/>
  <Override PartName="/ppt/slideLayouts/_rels/slideLayout62.xml.rels" ContentType="application/vnd.openxmlformats-package.relationships+xml"/>
  <Override PartName="/ppt/slideLayouts/_rels/slideLayout61.xml.rels" ContentType="application/vnd.openxmlformats-package.relationships+xml"/>
  <Override PartName="/ppt/slideLayouts/_rels/slideLayout60.xml.rels" ContentType="application/vnd.openxmlformats-package.relationships+xml"/>
  <Override PartName="/ppt/slideLayouts/_rels/slideLayout59.xml.rels" ContentType="application/vnd.openxmlformats-package.relationships+xml"/>
  <Override PartName="/ppt/slideLayouts/_rels/slideLayout58.xml.rels" ContentType="application/vnd.openxmlformats-package.relationships+xml"/>
  <Override PartName="/ppt/slideLayouts/_rels/slideLayout57.xml.rels" ContentType="application/vnd.openxmlformats-package.relationships+xml"/>
  <Override PartName="/ppt/slideLayouts/_rels/slideLayout56.xml.rels" ContentType="application/vnd.openxmlformats-package.relationships+xml"/>
  <Override PartName="/ppt/slideLayouts/_rels/slideLayout55.xml.rels" ContentType="application/vnd.openxmlformats-package.relationships+xml"/>
  <Override PartName="/ppt/slideLayouts/_rels/slideLayout54.xml.rels" ContentType="application/vnd.openxmlformats-package.relationships+xml"/>
  <Override PartName="/ppt/slideLayouts/_rels/slideLayout53.xml.rels" ContentType="application/vnd.openxmlformats-package.relationships+xml"/>
  <Override PartName="/ppt/slideLayouts/_rels/slideLayout52.xml.rels" ContentType="application/vnd.openxmlformats-package.relationships+xml"/>
  <Override PartName="/ppt/slideLayouts/_rels/slideLayout51.xml.rels" ContentType="application/vnd.openxmlformats-package.relationships+xml"/>
  <Override PartName="/ppt/slideLayouts/_rels/slideLayout50.xml.rels" ContentType="application/vnd.openxmlformats-package.relationships+xml"/>
  <Override PartName="/ppt/slideLayouts/_rels/slideLayout46.xml.rels" ContentType="application/vnd.openxmlformats-package.relationships+xml"/>
  <Override PartName="/ppt/slideLayouts/_rels/slideLayout45.xml.rels" ContentType="application/vnd.openxmlformats-package.relationships+xml"/>
  <Override PartName="/ppt/slideLayouts/_rels/slideLayout44.xml.rels" ContentType="application/vnd.openxmlformats-package.relationships+xml"/>
  <Override PartName="/ppt/slideLayouts/_rels/slideLayout43.xml.rels" ContentType="application/vnd.openxmlformats-package.relationships+xml"/>
  <Override PartName="/ppt/slideLayouts/_rels/slideLayout42.xml.rels" ContentType="application/vnd.openxmlformats-package.relationships+xml"/>
  <Override PartName="/ppt/slideLayouts/_rels/slideLayout41.xml.rels" ContentType="application/vnd.openxmlformats-package.relationships+xml"/>
  <Override PartName="/ppt/slideLayouts/_rels/slideLayout40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31.xml.rels" ContentType="application/vnd.openxmlformats-package.relationships+xml"/>
  <Override PartName="/ppt/slideLayouts/_rels/slideLayout89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91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0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79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9.xml.rels" ContentType="application/vnd.openxmlformats-package.relationships+xml"/>
  <Override PartName="/ppt/slideLayouts/_rels/slideLayout38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92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3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9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24.xml.rels" ContentType="application/vnd.openxmlformats-package.relationships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media/image1.png" ContentType="image/png"/>
  <Override PartName="/ppt/media/image2.png" ContentType="image/png"/>
  <Override PartName="/ppt/media/image3.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6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  <p:sldMasterId id="2147483670" r:id="rId13"/>
    <p:sldMasterId id="2147483672" r:id="rId14"/>
    <p:sldMasterId id="2147483674" r:id="rId15"/>
    <p:sldMasterId id="2147483676" r:id="rId16"/>
    <p:sldMasterId id="2147483678" r:id="rId17"/>
    <p:sldMasterId id="2147483680" r:id="rId18"/>
    <p:sldMasterId id="2147483682" r:id="rId19"/>
    <p:sldMasterId id="2147483684" r:id="rId20"/>
    <p:sldMasterId id="2147483686" r:id="rId21"/>
    <p:sldMasterId id="2147483688" r:id="rId22"/>
    <p:sldMasterId id="2147483690" r:id="rId23"/>
    <p:sldMasterId id="2147483692" r:id="rId24"/>
    <p:sldMasterId id="2147483694" r:id="rId25"/>
    <p:sldMasterId id="2147483696" r:id="rId26"/>
    <p:sldMasterId id="2147483698" r:id="rId27"/>
    <p:sldMasterId id="2147483700" r:id="rId28"/>
    <p:sldMasterId id="2147483702" r:id="rId29"/>
    <p:sldMasterId id="2147483704" r:id="rId30"/>
    <p:sldMasterId id="2147483706" r:id="rId31"/>
    <p:sldMasterId id="2147483708" r:id="rId32"/>
    <p:sldMasterId id="2147483710" r:id="rId33"/>
    <p:sldMasterId id="2147483712" r:id="rId34"/>
    <p:sldMasterId id="2147483714" r:id="rId35"/>
    <p:sldMasterId id="2147483716" r:id="rId36"/>
    <p:sldMasterId id="2147483718" r:id="rId37"/>
    <p:sldMasterId id="2147483720" r:id="rId38"/>
    <p:sldMasterId id="2147483722" r:id="rId39"/>
    <p:sldMasterId id="2147483724" r:id="rId40"/>
    <p:sldMasterId id="2147483726" r:id="rId41"/>
    <p:sldMasterId id="2147483728" r:id="rId42"/>
    <p:sldMasterId id="2147483730" r:id="rId43"/>
    <p:sldMasterId id="2147483732" r:id="rId44"/>
    <p:sldMasterId id="2147483734" r:id="rId45"/>
    <p:sldMasterId id="2147483736" r:id="rId46"/>
    <p:sldMasterId id="2147483738" r:id="rId47"/>
    <p:sldMasterId id="2147483740" r:id="rId48"/>
    <p:sldMasterId id="2147483742" r:id="rId49"/>
    <p:sldMasterId id="2147483744" r:id="rId50"/>
    <p:sldMasterId id="2147483746" r:id="rId51"/>
    <p:sldMasterId id="2147483748" r:id="rId52"/>
    <p:sldMasterId id="2147483750" r:id="rId53"/>
    <p:sldMasterId id="2147483752" r:id="rId54"/>
    <p:sldMasterId id="2147483754" r:id="rId55"/>
    <p:sldMasterId id="2147483756" r:id="rId56"/>
    <p:sldMasterId id="2147483758" r:id="rId57"/>
    <p:sldMasterId id="2147483760" r:id="rId58"/>
    <p:sldMasterId id="2147483762" r:id="rId59"/>
    <p:sldMasterId id="2147483764" r:id="rId60"/>
    <p:sldMasterId id="2147483766" r:id="rId61"/>
    <p:sldMasterId id="2147483768" r:id="rId62"/>
    <p:sldMasterId id="2147483770" r:id="rId63"/>
    <p:sldMasterId id="2147483772" r:id="rId64"/>
    <p:sldMasterId id="2147483774" r:id="rId65"/>
    <p:sldMasterId id="2147483776" r:id="rId66"/>
    <p:sldMasterId id="2147483778" r:id="rId67"/>
    <p:sldMasterId id="2147483780" r:id="rId68"/>
    <p:sldMasterId id="2147483782" r:id="rId69"/>
    <p:sldMasterId id="2147483784" r:id="rId70"/>
    <p:sldMasterId id="2147483786" r:id="rId71"/>
    <p:sldMasterId id="2147483788" r:id="rId72"/>
    <p:sldMasterId id="2147483790" r:id="rId73"/>
    <p:sldMasterId id="2147483792" r:id="rId74"/>
    <p:sldMasterId id="2147483794" r:id="rId75"/>
    <p:sldMasterId id="2147483796" r:id="rId76"/>
    <p:sldMasterId id="2147483798" r:id="rId77"/>
    <p:sldMasterId id="2147483800" r:id="rId78"/>
    <p:sldMasterId id="2147483802" r:id="rId79"/>
    <p:sldMasterId id="2147483804" r:id="rId80"/>
    <p:sldMasterId id="2147483806" r:id="rId81"/>
    <p:sldMasterId id="2147483808" r:id="rId82"/>
    <p:sldMasterId id="2147483817" r:id="rId83"/>
    <p:sldMasterId id="2147483819" r:id="rId84"/>
    <p:sldMasterId id="2147483821" r:id="rId85"/>
    <p:sldMasterId id="2147483823" r:id="rId86"/>
  </p:sldMasterIdLst>
  <p:sldIdLst>
    <p:sldId id="256" r:id="rId87"/>
    <p:sldId id="257" r:id="rId88"/>
    <p:sldId id="258" r:id="rId89"/>
    <p:sldId id="259" r:id="rId90"/>
    <p:sldId id="260" r:id="rId91"/>
    <p:sldId id="261" r:id="rId92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Master" Target="slideMasters/slideMaster13.xml"/><Relationship Id="rId15" Type="http://schemas.openxmlformats.org/officeDocument/2006/relationships/slideMaster" Target="slideMasters/slideMaster14.xml"/><Relationship Id="rId16" Type="http://schemas.openxmlformats.org/officeDocument/2006/relationships/slideMaster" Target="slideMasters/slideMaster15.xml"/><Relationship Id="rId17" Type="http://schemas.openxmlformats.org/officeDocument/2006/relationships/slideMaster" Target="slideMasters/slideMaster16.xml"/><Relationship Id="rId18" Type="http://schemas.openxmlformats.org/officeDocument/2006/relationships/slideMaster" Target="slideMasters/slideMaster17.xml"/><Relationship Id="rId19" Type="http://schemas.openxmlformats.org/officeDocument/2006/relationships/slideMaster" Target="slideMasters/slideMaster18.xml"/><Relationship Id="rId20" Type="http://schemas.openxmlformats.org/officeDocument/2006/relationships/slideMaster" Target="slideMasters/slideMaster19.xml"/><Relationship Id="rId21" Type="http://schemas.openxmlformats.org/officeDocument/2006/relationships/slideMaster" Target="slideMasters/slideMaster20.xml"/><Relationship Id="rId22" Type="http://schemas.openxmlformats.org/officeDocument/2006/relationships/slideMaster" Target="slideMasters/slideMaster21.xml"/><Relationship Id="rId23" Type="http://schemas.openxmlformats.org/officeDocument/2006/relationships/slideMaster" Target="slideMasters/slideMaster22.xml"/><Relationship Id="rId24" Type="http://schemas.openxmlformats.org/officeDocument/2006/relationships/slideMaster" Target="slideMasters/slideMaster23.xml"/><Relationship Id="rId25" Type="http://schemas.openxmlformats.org/officeDocument/2006/relationships/slideMaster" Target="slideMasters/slideMaster24.xml"/><Relationship Id="rId26" Type="http://schemas.openxmlformats.org/officeDocument/2006/relationships/slideMaster" Target="slideMasters/slideMaster25.xml"/><Relationship Id="rId27" Type="http://schemas.openxmlformats.org/officeDocument/2006/relationships/slideMaster" Target="slideMasters/slideMaster26.xml"/><Relationship Id="rId28" Type="http://schemas.openxmlformats.org/officeDocument/2006/relationships/slideMaster" Target="slideMasters/slideMaster27.xml"/><Relationship Id="rId29" Type="http://schemas.openxmlformats.org/officeDocument/2006/relationships/slideMaster" Target="slideMasters/slideMaster28.xml"/><Relationship Id="rId30" Type="http://schemas.openxmlformats.org/officeDocument/2006/relationships/slideMaster" Target="slideMasters/slideMaster29.xml"/><Relationship Id="rId31" Type="http://schemas.openxmlformats.org/officeDocument/2006/relationships/slideMaster" Target="slideMasters/slideMaster30.xml"/><Relationship Id="rId32" Type="http://schemas.openxmlformats.org/officeDocument/2006/relationships/slideMaster" Target="slideMasters/slideMaster31.xml"/><Relationship Id="rId33" Type="http://schemas.openxmlformats.org/officeDocument/2006/relationships/slideMaster" Target="slideMasters/slideMaster32.xml"/><Relationship Id="rId34" Type="http://schemas.openxmlformats.org/officeDocument/2006/relationships/slideMaster" Target="slideMasters/slideMaster33.xml"/><Relationship Id="rId35" Type="http://schemas.openxmlformats.org/officeDocument/2006/relationships/slideMaster" Target="slideMasters/slideMaster34.xml"/><Relationship Id="rId36" Type="http://schemas.openxmlformats.org/officeDocument/2006/relationships/slideMaster" Target="slideMasters/slideMaster35.xml"/><Relationship Id="rId37" Type="http://schemas.openxmlformats.org/officeDocument/2006/relationships/slideMaster" Target="slideMasters/slideMaster36.xml"/><Relationship Id="rId38" Type="http://schemas.openxmlformats.org/officeDocument/2006/relationships/slideMaster" Target="slideMasters/slideMaster37.xml"/><Relationship Id="rId39" Type="http://schemas.openxmlformats.org/officeDocument/2006/relationships/slideMaster" Target="slideMasters/slideMaster38.xml"/><Relationship Id="rId40" Type="http://schemas.openxmlformats.org/officeDocument/2006/relationships/slideMaster" Target="slideMasters/slideMaster39.xml"/><Relationship Id="rId41" Type="http://schemas.openxmlformats.org/officeDocument/2006/relationships/slideMaster" Target="slideMasters/slideMaster40.xml"/><Relationship Id="rId42" Type="http://schemas.openxmlformats.org/officeDocument/2006/relationships/slideMaster" Target="slideMasters/slideMaster41.xml"/><Relationship Id="rId43" Type="http://schemas.openxmlformats.org/officeDocument/2006/relationships/slideMaster" Target="slideMasters/slideMaster42.xml"/><Relationship Id="rId44" Type="http://schemas.openxmlformats.org/officeDocument/2006/relationships/slideMaster" Target="slideMasters/slideMaster43.xml"/><Relationship Id="rId45" Type="http://schemas.openxmlformats.org/officeDocument/2006/relationships/slideMaster" Target="slideMasters/slideMaster44.xml"/><Relationship Id="rId46" Type="http://schemas.openxmlformats.org/officeDocument/2006/relationships/slideMaster" Target="slideMasters/slideMaster45.xml"/><Relationship Id="rId47" Type="http://schemas.openxmlformats.org/officeDocument/2006/relationships/slideMaster" Target="slideMasters/slideMaster46.xml"/><Relationship Id="rId48" Type="http://schemas.openxmlformats.org/officeDocument/2006/relationships/slideMaster" Target="slideMasters/slideMaster47.xml"/><Relationship Id="rId49" Type="http://schemas.openxmlformats.org/officeDocument/2006/relationships/slideMaster" Target="slideMasters/slideMaster48.xml"/><Relationship Id="rId50" Type="http://schemas.openxmlformats.org/officeDocument/2006/relationships/slideMaster" Target="slideMasters/slideMaster49.xml"/><Relationship Id="rId51" Type="http://schemas.openxmlformats.org/officeDocument/2006/relationships/slideMaster" Target="slideMasters/slideMaster50.xml"/><Relationship Id="rId52" Type="http://schemas.openxmlformats.org/officeDocument/2006/relationships/slideMaster" Target="slideMasters/slideMaster51.xml"/><Relationship Id="rId53" Type="http://schemas.openxmlformats.org/officeDocument/2006/relationships/slideMaster" Target="slideMasters/slideMaster52.xml"/><Relationship Id="rId54" Type="http://schemas.openxmlformats.org/officeDocument/2006/relationships/slideMaster" Target="slideMasters/slideMaster53.xml"/><Relationship Id="rId55" Type="http://schemas.openxmlformats.org/officeDocument/2006/relationships/slideMaster" Target="slideMasters/slideMaster54.xml"/><Relationship Id="rId56" Type="http://schemas.openxmlformats.org/officeDocument/2006/relationships/slideMaster" Target="slideMasters/slideMaster55.xml"/><Relationship Id="rId57" Type="http://schemas.openxmlformats.org/officeDocument/2006/relationships/slideMaster" Target="slideMasters/slideMaster56.xml"/><Relationship Id="rId58" Type="http://schemas.openxmlformats.org/officeDocument/2006/relationships/slideMaster" Target="slideMasters/slideMaster57.xml"/><Relationship Id="rId59" Type="http://schemas.openxmlformats.org/officeDocument/2006/relationships/slideMaster" Target="slideMasters/slideMaster58.xml"/><Relationship Id="rId60" Type="http://schemas.openxmlformats.org/officeDocument/2006/relationships/slideMaster" Target="slideMasters/slideMaster59.xml"/><Relationship Id="rId61" Type="http://schemas.openxmlformats.org/officeDocument/2006/relationships/slideMaster" Target="slideMasters/slideMaster60.xml"/><Relationship Id="rId62" Type="http://schemas.openxmlformats.org/officeDocument/2006/relationships/slideMaster" Target="slideMasters/slideMaster61.xml"/><Relationship Id="rId63" Type="http://schemas.openxmlformats.org/officeDocument/2006/relationships/slideMaster" Target="slideMasters/slideMaster62.xml"/><Relationship Id="rId64" Type="http://schemas.openxmlformats.org/officeDocument/2006/relationships/slideMaster" Target="slideMasters/slideMaster63.xml"/><Relationship Id="rId65" Type="http://schemas.openxmlformats.org/officeDocument/2006/relationships/slideMaster" Target="slideMasters/slideMaster64.xml"/><Relationship Id="rId66" Type="http://schemas.openxmlformats.org/officeDocument/2006/relationships/slideMaster" Target="slideMasters/slideMaster65.xml"/><Relationship Id="rId67" Type="http://schemas.openxmlformats.org/officeDocument/2006/relationships/slideMaster" Target="slideMasters/slideMaster66.xml"/><Relationship Id="rId68" Type="http://schemas.openxmlformats.org/officeDocument/2006/relationships/slideMaster" Target="slideMasters/slideMaster67.xml"/><Relationship Id="rId69" Type="http://schemas.openxmlformats.org/officeDocument/2006/relationships/slideMaster" Target="slideMasters/slideMaster68.xml"/><Relationship Id="rId70" Type="http://schemas.openxmlformats.org/officeDocument/2006/relationships/slideMaster" Target="slideMasters/slideMaster69.xml"/><Relationship Id="rId71" Type="http://schemas.openxmlformats.org/officeDocument/2006/relationships/slideMaster" Target="slideMasters/slideMaster70.xml"/><Relationship Id="rId72" Type="http://schemas.openxmlformats.org/officeDocument/2006/relationships/slideMaster" Target="slideMasters/slideMaster71.xml"/><Relationship Id="rId73" Type="http://schemas.openxmlformats.org/officeDocument/2006/relationships/slideMaster" Target="slideMasters/slideMaster72.xml"/><Relationship Id="rId74" Type="http://schemas.openxmlformats.org/officeDocument/2006/relationships/slideMaster" Target="slideMasters/slideMaster73.xml"/><Relationship Id="rId75" Type="http://schemas.openxmlformats.org/officeDocument/2006/relationships/slideMaster" Target="slideMasters/slideMaster74.xml"/><Relationship Id="rId76" Type="http://schemas.openxmlformats.org/officeDocument/2006/relationships/slideMaster" Target="slideMasters/slideMaster75.xml"/><Relationship Id="rId77" Type="http://schemas.openxmlformats.org/officeDocument/2006/relationships/slideMaster" Target="slideMasters/slideMaster76.xml"/><Relationship Id="rId78" Type="http://schemas.openxmlformats.org/officeDocument/2006/relationships/slideMaster" Target="slideMasters/slideMaster77.xml"/><Relationship Id="rId79" Type="http://schemas.openxmlformats.org/officeDocument/2006/relationships/slideMaster" Target="slideMasters/slideMaster78.xml"/><Relationship Id="rId80" Type="http://schemas.openxmlformats.org/officeDocument/2006/relationships/slideMaster" Target="slideMasters/slideMaster79.xml"/><Relationship Id="rId81" Type="http://schemas.openxmlformats.org/officeDocument/2006/relationships/slideMaster" Target="slideMasters/slideMaster80.xml"/><Relationship Id="rId82" Type="http://schemas.openxmlformats.org/officeDocument/2006/relationships/slideMaster" Target="slideMasters/slideMaster81.xml"/><Relationship Id="rId83" Type="http://schemas.openxmlformats.org/officeDocument/2006/relationships/slideMaster" Target="slideMasters/slideMaster82.xml"/><Relationship Id="rId84" Type="http://schemas.openxmlformats.org/officeDocument/2006/relationships/slideMaster" Target="slideMasters/slideMaster83.xml"/><Relationship Id="rId85" Type="http://schemas.openxmlformats.org/officeDocument/2006/relationships/slideMaster" Target="slideMasters/slideMaster84.xml"/><Relationship Id="rId86" Type="http://schemas.openxmlformats.org/officeDocument/2006/relationships/slideMaster" Target="slideMasters/slideMaster85.xml"/><Relationship Id="rId87" Type="http://schemas.openxmlformats.org/officeDocument/2006/relationships/slide" Target="slides/slide1.xml"/><Relationship Id="rId88" Type="http://schemas.openxmlformats.org/officeDocument/2006/relationships/slide" Target="slides/slide2.xml"/><Relationship Id="rId89" Type="http://schemas.openxmlformats.org/officeDocument/2006/relationships/slide" Target="slides/slide3.xml"/><Relationship Id="rId90" Type="http://schemas.openxmlformats.org/officeDocument/2006/relationships/slide" Target="slides/slide4.xml"/><Relationship Id="rId91" Type="http://schemas.openxmlformats.org/officeDocument/2006/relationships/slide" Target="slides/slide5.xml"/><Relationship Id="rId92" Type="http://schemas.openxmlformats.org/officeDocument/2006/relationships/slide" Target="slides/slide6.xml"/><Relationship Id="rId93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8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9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0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1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3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4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7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8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9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0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1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2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3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4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5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6.xml"/>
</Relationships>
</file>

<file path=ppt/slideLayouts/_rels/slideLayout3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7.xml"/>
</Relationships>
</file>

<file path=ppt/slideLayouts/_rels/slideLayout3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8.xml"/>
</Relationships>
</file>

<file path=ppt/slideLayouts/_rels/slideLayout3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9.xml"/>
</Relationships>
</file>

<file path=ppt/slideLayouts/_rels/slideLayout4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0.xml"/>
</Relationships>
</file>

<file path=ppt/slideLayouts/_rels/slideLayout4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1.xml"/>
</Relationships>
</file>

<file path=ppt/slideLayouts/_rels/slideLayout4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2.xml"/>
</Relationships>
</file>

<file path=ppt/slideLayouts/_rels/slideLayout4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3.xml"/>
</Relationships>
</file>

<file path=ppt/slideLayouts/_rels/slideLayout4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4.xml"/>
</Relationships>
</file>

<file path=ppt/slideLayouts/_rels/slideLayout4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5.xml"/>
</Relationships>
</file>

<file path=ppt/slideLayouts/_rels/slideLayout4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6.xml"/>
</Relationships>
</file>

<file path=ppt/slideLayouts/_rels/slideLayout4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7.xml"/>
</Relationships>
</file>

<file path=ppt/slideLayouts/_rels/slideLayout4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8.xml"/>
</Relationships>
</file>

<file path=ppt/slideLayouts/_rels/slideLayout4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9.xml"/>
</Relationships>
</file>

<file path=ppt/slideLayouts/_rels/slideLayout5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0.xml"/>
</Relationships>
</file>

<file path=ppt/slideLayouts/_rels/slideLayout5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1.xml"/>
</Relationships>
</file>

<file path=ppt/slideLayouts/_rels/slideLayout5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2.xml"/>
</Relationships>
</file>

<file path=ppt/slideLayouts/_rels/slideLayout5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3.xml"/>
</Relationships>
</file>

<file path=ppt/slideLayouts/_rels/slideLayout5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4.xml"/>
</Relationships>
</file>

<file path=ppt/slideLayouts/_rels/slideLayout5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5.xml"/>
</Relationships>
</file>

<file path=ppt/slideLayouts/_rels/slideLayout5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6.xml"/>
</Relationships>
</file>

<file path=ppt/slideLayouts/_rels/slideLayout5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7.xml"/>
</Relationships>
</file>

<file path=ppt/slideLayouts/_rels/slideLayout5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8.xml"/>
</Relationships>
</file>

<file path=ppt/slideLayouts/_rels/slideLayout5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9.xml"/>
</Relationships>
</file>

<file path=ppt/slideLayouts/_rels/slideLayout6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0.xml"/>
</Relationships>
</file>

<file path=ppt/slideLayouts/_rels/slideLayout6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1.xml"/>
</Relationships>
</file>

<file path=ppt/slideLayouts/_rels/slideLayout6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2.xml"/>
</Relationships>
</file>

<file path=ppt/slideLayouts/_rels/slideLayout6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3.xml"/>
</Relationships>
</file>

<file path=ppt/slideLayouts/_rels/slideLayout6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4.xml"/>
</Relationships>
</file>

<file path=ppt/slideLayouts/_rels/slideLayout6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5.xml"/>
</Relationships>
</file>

<file path=ppt/slideLayouts/_rels/slideLayout6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6.xml"/>
</Relationships>
</file>

<file path=ppt/slideLayouts/_rels/slideLayout6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7.xml"/>
</Relationships>
</file>

<file path=ppt/slideLayouts/_rels/slideLayout6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8.xml"/>
</Relationships>
</file>

<file path=ppt/slideLayouts/_rels/slideLayout6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9.xml"/>
</Relationships>
</file>

<file path=ppt/slideLayouts/_rels/slideLayout7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0.xml"/>
</Relationships>
</file>

<file path=ppt/slideLayouts/_rels/slideLayout7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1.xml"/>
</Relationships>
</file>

<file path=ppt/slideLayouts/_rels/slideLayout7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2.xml"/>
</Relationships>
</file>

<file path=ppt/slideLayouts/_rels/slideLayout7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3.xml"/>
</Relationships>
</file>

<file path=ppt/slideLayouts/_rels/slideLayout7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4.xml"/>
</Relationships>
</file>

<file path=ppt/slideLayouts/_rels/slideLayout7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5.xml"/>
</Relationships>
</file>

<file path=ppt/slideLayouts/_rels/slideLayout7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6.xml"/>
</Relationships>
</file>

<file path=ppt/slideLayouts/_rels/slideLayout7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7.xml"/>
</Relationships>
</file>

<file path=ppt/slideLayouts/_rels/slideLayout7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8.xml"/>
</Relationships>
</file>

<file path=ppt/slideLayouts/_rels/slideLayout7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9.xml"/>
</Relationships>
</file>

<file path=ppt/slideLayouts/_rels/slideLayout8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0.xml"/>
</Relationships>
</file>

<file path=ppt/slideLayouts/_rels/slideLayout8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1.xml"/>
</Relationships>
</file>

<file path=ppt/slideLayouts/_rels/slideLayout8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1.xml"/>
</Relationships>
</file>

<file path=ppt/slideLayouts/_rels/slideLayout8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1.xml"/>
</Relationships>
</file>

<file path=ppt/slideLayouts/_rels/slideLayout8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1.xml"/>
</Relationships>
</file>

<file path=ppt/slideLayouts/_rels/slideLayout8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1.xml"/>
</Relationships>
</file>

<file path=ppt/slideLayouts/_rels/slideLayout8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1.xml"/>
</Relationships>
</file>

<file path=ppt/slideLayouts/_rels/slideLayout8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1.xml"/>
</Relationships>
</file>

<file path=ppt/slideLayouts/_rels/slideLayout8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1.xml"/>
</Relationships>
</file>

<file path=ppt/slideLayouts/_rels/slideLayout8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2.xml"/>
</Relationships>
</file>

<file path=ppt/slideLayouts/_rels/slideLayout9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3.xml"/>
</Relationships>
</file>

<file path=ppt/slideLayouts/_rels/slideLayout9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4.xml"/>
</Relationships>
</file>

<file path=ppt/slideLayouts/_rels/slideLayout9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5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0640" cy="114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E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0640" cy="397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E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3863A145-E401-475B-B3E8-8A646D8EA18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B9F6B201-D392-43B5-A772-D338BABCCED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ADB8E21E-67F4-4A15-AAD7-D6F231F0771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0640" cy="114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E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072DF502-95AF-4322-BA04-F0B453CD5E0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0640" cy="114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E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3560" cy="397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/>
          </p:nvPr>
        </p:nvSpPr>
        <p:spPr>
          <a:xfrm>
            <a:off x="6231240" y="1604520"/>
            <a:ext cx="5353560" cy="397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F251D59E-84C3-45BF-93A2-7EAB69F0F70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D249EEF6-2A93-4C93-88D5-EBE4225207B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8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0640" cy="114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E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0640" cy="397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258F9A5D-89C8-440C-A11D-EAF865CE4E1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21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Defaul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22CB9350-5C18-4114-BF1E-63504261CB3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4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Defaul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8EC3B44D-9782-4A78-B939-B000D2C1838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7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0640" cy="114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E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0640" cy="397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E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9"/>
          </p:nvPr>
        </p:nvSpPr>
        <p:spPr/>
        <p:txBody>
          <a:bodyPr/>
          <a:p>
            <a:fld id="{DD3E76DE-9349-4099-A582-4469FD3592B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0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0640" cy="114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E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3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2"/>
          </p:nvPr>
        </p:nvSpPr>
        <p:spPr/>
        <p:txBody>
          <a:bodyPr/>
          <a:p>
            <a:fld id="{7508DF1E-D0B9-4FC2-93AC-8C64D4B0542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3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5"/>
          </p:nvPr>
        </p:nvSpPr>
        <p:spPr/>
        <p:txBody>
          <a:bodyPr/>
          <a:p>
            <a:fld id="{7F932504-BA2C-496A-B29B-50846A0C15D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6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0640" cy="114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E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0640" cy="397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3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8"/>
          </p:nvPr>
        </p:nvSpPr>
        <p:spPr/>
        <p:txBody>
          <a:bodyPr/>
          <a:p>
            <a:fld id="{6E47A9A0-BBBB-4522-9D7F-CA62D265ABF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9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Default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41"/>
          </p:nvPr>
        </p:nvSpPr>
        <p:spPr/>
        <p:txBody>
          <a:bodyPr/>
          <a:p>
            <a:fld id="{BFD3C89F-0912-4891-94B0-B53EC8F6846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2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0640" cy="114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E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3560" cy="397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5" name="PlaceHolder 3"/>
          <p:cNvSpPr>
            <a:spLocks noGrp="1"/>
          </p:cNvSpPr>
          <p:nvPr>
            <p:ph/>
          </p:nvPr>
        </p:nvSpPr>
        <p:spPr>
          <a:xfrm>
            <a:off x="6231240" y="1604520"/>
            <a:ext cx="5353560" cy="397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44"/>
          </p:nvPr>
        </p:nvSpPr>
        <p:spPr/>
        <p:txBody>
          <a:bodyPr/>
          <a:p>
            <a:fld id="{157DC647-9EFC-424B-BB2B-4B142CCF987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5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0640" cy="114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E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4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0640" cy="397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E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47"/>
          </p:nvPr>
        </p:nvSpPr>
        <p:spPr/>
        <p:txBody>
          <a:bodyPr/>
          <a:p>
            <a:fld id="{D41F8510-C650-436F-970A-5EE26D14155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8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Default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0"/>
          </p:nvPr>
        </p:nvSpPr>
        <p:spPr/>
        <p:txBody>
          <a:bodyPr/>
          <a:p>
            <a:fld id="{0BDB8162-5B23-436F-BF53-7777FEDC9ED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51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0640" cy="114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E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0640" cy="397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3"/>
          </p:nvPr>
        </p:nvSpPr>
        <p:spPr/>
        <p:txBody>
          <a:bodyPr/>
          <a:p>
            <a:fld id="{D910165A-E152-4D3F-82D2-237C8AC2EE3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54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6"/>
          </p:nvPr>
        </p:nvSpPr>
        <p:spPr/>
        <p:txBody>
          <a:bodyPr/>
          <a:p>
            <a:fld id="{EF83C324-5CC5-4822-BD0A-95B33C065F9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57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0640" cy="114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E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7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3560" cy="397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71" name="PlaceHolder 3"/>
          <p:cNvSpPr>
            <a:spLocks noGrp="1"/>
          </p:cNvSpPr>
          <p:nvPr>
            <p:ph/>
          </p:nvPr>
        </p:nvSpPr>
        <p:spPr>
          <a:xfrm>
            <a:off x="6231240" y="1604520"/>
            <a:ext cx="5353560" cy="397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9"/>
          </p:nvPr>
        </p:nvSpPr>
        <p:spPr/>
        <p:txBody>
          <a:bodyPr/>
          <a:p>
            <a:fld id="{8D73BD4B-B422-4018-92A0-547A8F481DE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60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6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2"/>
          </p:nvPr>
        </p:nvSpPr>
        <p:spPr/>
        <p:txBody>
          <a:bodyPr/>
          <a:p>
            <a:fld id="{931BA4F0-2E00-4907-A81B-08F31173F5A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3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0640" cy="114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E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6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5"/>
          </p:nvPr>
        </p:nvSpPr>
        <p:spPr/>
        <p:txBody>
          <a:bodyPr/>
          <a:p>
            <a:fld id="{087AF3C3-9C7B-498F-8762-BFAB05FEFCD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66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6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8"/>
          </p:nvPr>
        </p:nvSpPr>
        <p:spPr/>
        <p:txBody>
          <a:bodyPr/>
          <a:p>
            <a:fld id="{43A0322C-4D00-418C-A139-81C5468A411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9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71"/>
          </p:nvPr>
        </p:nvSpPr>
        <p:spPr/>
        <p:txBody>
          <a:bodyPr/>
          <a:p>
            <a:fld id="{4ADD21AD-5D06-4B25-B137-7665240E44C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2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74"/>
          </p:nvPr>
        </p:nvSpPr>
        <p:spPr/>
        <p:txBody>
          <a:bodyPr/>
          <a:p>
            <a:fld id="{7B6B9538-C6F9-4640-B17F-00963C875EE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5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ítulo y objetos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77"/>
          </p:nvPr>
        </p:nvSpPr>
        <p:spPr/>
        <p:txBody>
          <a:bodyPr/>
          <a:p>
            <a:fld id="{1945ED9B-8189-49F1-95C9-5770D0F3D18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8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0640" cy="114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E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2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3560" cy="397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27" name="PlaceHolder 3"/>
          <p:cNvSpPr>
            <a:spLocks noGrp="1"/>
          </p:cNvSpPr>
          <p:nvPr>
            <p:ph/>
          </p:nvPr>
        </p:nvSpPr>
        <p:spPr>
          <a:xfrm>
            <a:off x="6231240" y="1604520"/>
            <a:ext cx="5353560" cy="397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7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80"/>
          </p:nvPr>
        </p:nvSpPr>
        <p:spPr/>
        <p:txBody>
          <a:bodyPr/>
          <a:p>
            <a:fld id="{04A67C2C-F193-48DF-BDAB-D050D78CE83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81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0640" cy="114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E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8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83"/>
          </p:nvPr>
        </p:nvSpPr>
        <p:spPr/>
        <p:txBody>
          <a:bodyPr/>
          <a:p>
            <a:fld id="{7EA642C0-D89D-4439-96DE-8EF3DA13D69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84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0640" cy="114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E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4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0640" cy="397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8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6"/>
          </p:nvPr>
        </p:nvSpPr>
        <p:spPr/>
        <p:txBody>
          <a:bodyPr/>
          <a:p>
            <a:fld id="{FFD39DE6-4942-48A8-8790-12ED3EA60F6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87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0640" cy="114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E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54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0640" cy="397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E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8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9"/>
          </p:nvPr>
        </p:nvSpPr>
        <p:spPr/>
        <p:txBody>
          <a:bodyPr/>
          <a:p>
            <a:fld id="{ED054D92-85FF-4520-B435-6C36E8F2551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90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Default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9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2"/>
          </p:nvPr>
        </p:nvSpPr>
        <p:spPr/>
        <p:txBody>
          <a:bodyPr/>
          <a:p>
            <a:fld id="{EA3F0B50-C77F-4FD4-8921-2D10686484C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93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0640" cy="114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E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7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0640" cy="397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9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95"/>
          </p:nvPr>
        </p:nvSpPr>
        <p:spPr/>
        <p:txBody>
          <a:bodyPr/>
          <a:p>
            <a:fld id="{25920BF3-BF49-4724-9A17-815E4E59AF2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96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Default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9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8"/>
          </p:nvPr>
        </p:nvSpPr>
        <p:spPr/>
        <p:txBody>
          <a:bodyPr/>
          <a:p>
            <a:fld id="{56CB4398-C9AF-4660-850B-B973FBB3537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99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ítulo y objetos_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0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01"/>
          </p:nvPr>
        </p:nvSpPr>
        <p:spPr/>
        <p:txBody>
          <a:bodyPr/>
          <a:p>
            <a:fld id="{F02E1A94-008D-418D-B763-FA46A659EA3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02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0640" cy="114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E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9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3560" cy="397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94" name="PlaceHolder 3"/>
          <p:cNvSpPr>
            <a:spLocks noGrp="1"/>
          </p:cNvSpPr>
          <p:nvPr>
            <p:ph/>
          </p:nvPr>
        </p:nvSpPr>
        <p:spPr>
          <a:xfrm>
            <a:off x="6231240" y="1604520"/>
            <a:ext cx="5353560" cy="397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0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04"/>
          </p:nvPr>
        </p:nvSpPr>
        <p:spPr/>
        <p:txBody>
          <a:bodyPr/>
          <a:p>
            <a:fld id="{83B8BCF8-A5EF-40F9-A0EE-D95BCDA60CA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05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0640" cy="114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E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0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07"/>
          </p:nvPr>
        </p:nvSpPr>
        <p:spPr/>
        <p:txBody>
          <a:bodyPr/>
          <a:p>
            <a:fld id="{1D26A8F6-F2FF-41C0-8163-CAA5D5F655F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08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3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0640" cy="114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E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1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0640" cy="397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0"/>
          </p:nvPr>
        </p:nvSpPr>
        <p:spPr/>
        <p:txBody>
          <a:bodyPr/>
          <a:p>
            <a:fld id="{F725076C-EDFD-44AB-99E4-F045CFA1AE5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11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3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0640" cy="114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E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21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0640" cy="397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E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3"/>
          </p:nvPr>
        </p:nvSpPr>
        <p:spPr/>
        <p:txBody>
          <a:bodyPr/>
          <a:p>
            <a:fld id="{C5F7572D-952F-4132-9B18-705CA98BB8E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14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3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Default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1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16"/>
          </p:nvPr>
        </p:nvSpPr>
        <p:spPr/>
        <p:txBody>
          <a:bodyPr/>
          <a:p>
            <a:fld id="{6EB5A043-C181-4204-8508-AE7842AA5E5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17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4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0640" cy="114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E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3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0640" cy="397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9"/>
          </p:nvPr>
        </p:nvSpPr>
        <p:spPr/>
        <p:txBody>
          <a:bodyPr/>
          <a:p>
            <a:fld id="{DB05D203-D002-4891-ADE5-110CAB46226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20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4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Default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2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22"/>
          </p:nvPr>
        </p:nvSpPr>
        <p:spPr/>
        <p:txBody>
          <a:bodyPr/>
          <a:p>
            <a:fld id="{8A97E05F-FC05-4389-8400-50973B86D58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23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4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0640" cy="114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E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5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3560" cy="397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55" name="PlaceHolder 3"/>
          <p:cNvSpPr>
            <a:spLocks noGrp="1"/>
          </p:cNvSpPr>
          <p:nvPr>
            <p:ph/>
          </p:nvPr>
        </p:nvSpPr>
        <p:spPr>
          <a:xfrm>
            <a:off x="6231240" y="1604520"/>
            <a:ext cx="5353560" cy="397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2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25"/>
          </p:nvPr>
        </p:nvSpPr>
        <p:spPr/>
        <p:txBody>
          <a:bodyPr/>
          <a:p>
            <a:fld id="{2632475A-5833-4B29-802E-5DABC42A367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26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4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0640" cy="114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E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2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28"/>
          </p:nvPr>
        </p:nvSpPr>
        <p:spPr/>
        <p:txBody>
          <a:bodyPr/>
          <a:p>
            <a:fld id="{250308E0-7EC3-4AF8-A2B3-1971A1073B9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29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4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0640" cy="114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E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3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31"/>
          </p:nvPr>
        </p:nvSpPr>
        <p:spPr/>
        <p:txBody>
          <a:bodyPr/>
          <a:p>
            <a:fld id="{158378C2-7CDA-41A8-A575-E14FF93F4A9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32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4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0640" cy="114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E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8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3560" cy="397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83" name="PlaceHolder 3"/>
          <p:cNvSpPr>
            <a:spLocks noGrp="1"/>
          </p:cNvSpPr>
          <p:nvPr>
            <p:ph/>
          </p:nvPr>
        </p:nvSpPr>
        <p:spPr>
          <a:xfrm>
            <a:off x="6231240" y="1604520"/>
            <a:ext cx="5353560" cy="397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3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34"/>
          </p:nvPr>
        </p:nvSpPr>
        <p:spPr/>
        <p:txBody>
          <a:bodyPr/>
          <a:p>
            <a:fld id="{4840B033-286F-42AD-AE48-05E0F40274B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35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4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3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37"/>
          </p:nvPr>
        </p:nvSpPr>
        <p:spPr/>
        <p:txBody>
          <a:bodyPr/>
          <a:p>
            <a:fld id="{C8E431EA-6272-4F33-A184-A865214D8F5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38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4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0640" cy="114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E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98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0640" cy="397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E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3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40"/>
          </p:nvPr>
        </p:nvSpPr>
        <p:spPr/>
        <p:txBody>
          <a:bodyPr/>
          <a:p>
            <a:fld id="{4DF28A1E-5F10-48C8-A467-91DD73D69C8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41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4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43"/>
          </p:nvPr>
        </p:nvSpPr>
        <p:spPr/>
        <p:txBody>
          <a:bodyPr/>
          <a:p>
            <a:fld id="{0767592B-4C40-47DC-BD0E-6526F1EE432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44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4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0640" cy="114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E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1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3560" cy="397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16" name="PlaceHolder 3"/>
          <p:cNvSpPr>
            <a:spLocks noGrp="1"/>
          </p:cNvSpPr>
          <p:nvPr>
            <p:ph/>
          </p:nvPr>
        </p:nvSpPr>
        <p:spPr>
          <a:xfrm>
            <a:off x="6231240" y="1604520"/>
            <a:ext cx="5353560" cy="397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4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46"/>
          </p:nvPr>
        </p:nvSpPr>
        <p:spPr/>
        <p:txBody>
          <a:bodyPr/>
          <a:p>
            <a:fld id="{55009D42-D8E1-41DE-A925-302B960C4FD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47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5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0640" cy="114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E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4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49"/>
          </p:nvPr>
        </p:nvSpPr>
        <p:spPr/>
        <p:txBody>
          <a:bodyPr/>
          <a:p>
            <a:fld id="{7C8580A8-1EBD-4971-A856-D0CDF0D9750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50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5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0640" cy="114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E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3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0640" cy="397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5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52"/>
          </p:nvPr>
        </p:nvSpPr>
        <p:spPr/>
        <p:txBody>
          <a:bodyPr/>
          <a:p>
            <a:fld id="{36347405-50B4-47D3-A3EF-D8F7726F3BE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53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5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0640" cy="114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E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43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0640" cy="397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E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5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55"/>
          </p:nvPr>
        </p:nvSpPr>
        <p:spPr/>
        <p:txBody>
          <a:bodyPr/>
          <a:p>
            <a:fld id="{40EAC7F8-7E3A-4ECB-AD91-200F78F1BD5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56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5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Default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5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8"/>
          </p:nvPr>
        </p:nvSpPr>
        <p:spPr/>
        <p:txBody>
          <a:bodyPr/>
          <a:p>
            <a:fld id="{D7D66C08-0779-4C90-92E5-9493AABF9B6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59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5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0640" cy="114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E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5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0640" cy="397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6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61"/>
          </p:nvPr>
        </p:nvSpPr>
        <p:spPr/>
        <p:txBody>
          <a:bodyPr/>
          <a:p>
            <a:fld id="{C5BFCCB9-922D-43EC-9560-ACE1AC3A7A0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62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5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Default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6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64"/>
          </p:nvPr>
        </p:nvSpPr>
        <p:spPr/>
        <p:txBody>
          <a:bodyPr/>
          <a:p>
            <a:fld id="{2CABF602-A863-4459-B6C2-89C3AE2091C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65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5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Default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6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67"/>
          </p:nvPr>
        </p:nvSpPr>
        <p:spPr/>
        <p:txBody>
          <a:bodyPr/>
          <a:p>
            <a:fld id="{0176A400-4D08-42AA-891A-5C650BA8799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68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5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Default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6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70"/>
          </p:nvPr>
        </p:nvSpPr>
        <p:spPr/>
        <p:txBody>
          <a:bodyPr/>
          <a:p>
            <a:fld id="{2EA37F0B-E5BF-4556-BF31-27B5F6BF6DD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71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5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0640" cy="114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E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8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0640" cy="397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7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73"/>
          </p:nvPr>
        </p:nvSpPr>
        <p:spPr/>
        <p:txBody>
          <a:bodyPr/>
          <a:p>
            <a:fld id="{9923349F-2BB3-41FC-8444-E22835C45EB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74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5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0640" cy="114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E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9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0640" cy="397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E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7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76"/>
          </p:nvPr>
        </p:nvSpPr>
        <p:spPr/>
        <p:txBody>
          <a:bodyPr/>
          <a:p>
            <a:fld id="{720E1156-B34D-4796-8F64-50056B61573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77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6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Default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7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79"/>
          </p:nvPr>
        </p:nvSpPr>
        <p:spPr/>
        <p:txBody>
          <a:bodyPr/>
          <a:p>
            <a:fld id="{7FDC6647-8D1F-4058-BE43-6D3609FBC99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80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6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0640" cy="114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E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1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0640" cy="397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8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82"/>
          </p:nvPr>
        </p:nvSpPr>
        <p:spPr/>
        <p:txBody>
          <a:bodyPr/>
          <a:p>
            <a:fld id="{C1E5C35C-6D44-428A-9CBB-21E5183E115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83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6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Default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8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85"/>
          </p:nvPr>
        </p:nvSpPr>
        <p:spPr/>
        <p:txBody>
          <a:bodyPr/>
          <a:p>
            <a:fld id="{EB8ADED2-579C-4D62-9F62-562288386A8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86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6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16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0640" cy="114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E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8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88"/>
          </p:nvPr>
        </p:nvSpPr>
        <p:spPr/>
        <p:txBody>
          <a:bodyPr/>
          <a:p>
            <a:fld id="{273A52A8-F8D5-4562-ADB1-16C1FFA13E6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89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6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0640" cy="114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E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3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3560" cy="397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38" name="PlaceHolder 3"/>
          <p:cNvSpPr>
            <a:spLocks noGrp="1"/>
          </p:cNvSpPr>
          <p:nvPr>
            <p:ph/>
          </p:nvPr>
        </p:nvSpPr>
        <p:spPr>
          <a:xfrm>
            <a:off x="6231240" y="1604520"/>
            <a:ext cx="5353560" cy="397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9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91"/>
          </p:nvPr>
        </p:nvSpPr>
        <p:spPr/>
        <p:txBody>
          <a:bodyPr/>
          <a:p>
            <a:fld id="{B1BA6372-ED06-4C9E-A591-0160F0934A4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92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6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9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94"/>
          </p:nvPr>
        </p:nvSpPr>
        <p:spPr/>
        <p:txBody>
          <a:bodyPr/>
          <a:p>
            <a:fld id="{510AA477-1313-45ED-B1FA-732BFB4FE2A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95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6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Default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9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97"/>
          </p:nvPr>
        </p:nvSpPr>
        <p:spPr/>
        <p:txBody>
          <a:bodyPr/>
          <a:p>
            <a:fld id="{5714179A-1BCF-43B1-B08E-4C8F45757E2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98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6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0640" cy="114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E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6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0640" cy="397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9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00"/>
          </p:nvPr>
        </p:nvSpPr>
        <p:spPr/>
        <p:txBody>
          <a:bodyPr/>
          <a:p>
            <a:fld id="{8F39B645-B668-4008-AC38-A3E79FFDD4D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201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6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Default 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03"/>
          </p:nvPr>
        </p:nvSpPr>
        <p:spPr/>
        <p:txBody>
          <a:bodyPr/>
          <a:p>
            <a:fld id="{C690C2D3-60B1-40AF-8170-369AF895AE1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04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6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0640" cy="114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E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75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0640" cy="397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E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0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06"/>
          </p:nvPr>
        </p:nvSpPr>
        <p:spPr/>
        <p:txBody>
          <a:bodyPr/>
          <a:p>
            <a:fld id="{10EEA32E-5D63-4933-9E07-B4687C825A2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207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7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09"/>
          </p:nvPr>
        </p:nvSpPr>
        <p:spPr/>
        <p:txBody>
          <a:bodyPr/>
          <a:p>
            <a:fld id="{82695DED-7754-4EF3-8EF6-B8CBF70E36D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10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7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5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0640" cy="114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E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9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3560" cy="397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93" name="PlaceHolder 3"/>
          <p:cNvSpPr>
            <a:spLocks noGrp="1"/>
          </p:cNvSpPr>
          <p:nvPr>
            <p:ph/>
          </p:nvPr>
        </p:nvSpPr>
        <p:spPr>
          <a:xfrm>
            <a:off x="6231240" y="1604520"/>
            <a:ext cx="5353560" cy="397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12"/>
          </p:nvPr>
        </p:nvSpPr>
        <p:spPr/>
        <p:txBody>
          <a:bodyPr/>
          <a:p>
            <a:fld id="{C5446597-9D35-4BAC-BC80-8B83290BD97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213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7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5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0640" cy="114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E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15"/>
          </p:nvPr>
        </p:nvSpPr>
        <p:spPr/>
        <p:txBody>
          <a:bodyPr/>
          <a:p>
            <a:fld id="{27DAB201-EC98-4EDA-8354-51681AE7DA2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16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7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 5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0640" cy="114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E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1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0640" cy="397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18"/>
          </p:nvPr>
        </p:nvSpPr>
        <p:spPr/>
        <p:txBody>
          <a:bodyPr/>
          <a:p>
            <a:fld id="{EB1B15EE-09B3-42DA-9311-4131E97B9D4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219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7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5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0640" cy="114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E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20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0640" cy="397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E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21"/>
          </p:nvPr>
        </p:nvSpPr>
        <p:spPr/>
        <p:txBody>
          <a:bodyPr/>
          <a:p>
            <a:fld id="{AF9E0A8A-0AAD-4696-877A-29B7DF965D2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222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7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Default 6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24"/>
          </p:nvPr>
        </p:nvSpPr>
        <p:spPr/>
        <p:txBody>
          <a:bodyPr/>
          <a:p>
            <a:fld id="{B10192D3-BB6E-47E2-ADC2-E5ECF2D5E97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25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7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6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0640" cy="114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E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3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0640" cy="397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27"/>
          </p:nvPr>
        </p:nvSpPr>
        <p:spPr/>
        <p:txBody>
          <a:bodyPr/>
          <a:p>
            <a:fld id="{AA8C19B3-DF96-41D3-9D65-52C9E39F8BF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228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7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Default 6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30"/>
          </p:nvPr>
        </p:nvSpPr>
        <p:spPr/>
        <p:txBody>
          <a:bodyPr/>
          <a:p>
            <a:fld id="{038E4F7B-FDF4-4D84-AC5C-8BC816857CD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31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7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3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3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33"/>
          </p:nvPr>
        </p:nvSpPr>
        <p:spPr/>
        <p:txBody>
          <a:bodyPr/>
          <a:p>
            <a:fld id="{BD21655C-BEAD-46DD-A2AA-D742DD6E61D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34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7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6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0640" cy="114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E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5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3560" cy="397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60" name="PlaceHolder 3"/>
          <p:cNvSpPr>
            <a:spLocks noGrp="1"/>
          </p:cNvSpPr>
          <p:nvPr>
            <p:ph/>
          </p:nvPr>
        </p:nvSpPr>
        <p:spPr>
          <a:xfrm>
            <a:off x="6231240" y="1604520"/>
            <a:ext cx="5353560" cy="397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3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36"/>
          </p:nvPr>
        </p:nvSpPr>
        <p:spPr/>
        <p:txBody>
          <a:bodyPr/>
          <a:p>
            <a:fld id="{0951F508-FC78-4830-8214-1F5A73E1FDE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237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8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6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0640" cy="114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E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39"/>
          </p:nvPr>
        </p:nvSpPr>
        <p:spPr/>
        <p:txBody>
          <a:bodyPr/>
          <a:p>
            <a:fld id="{56A56BD7-B51C-4411-BFB5-02A000F3114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40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8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6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4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42"/>
          </p:nvPr>
        </p:nvSpPr>
        <p:spPr/>
        <p:txBody>
          <a:bodyPr/>
          <a:p>
            <a:fld id="{970C8A60-3D11-43DD-BA7E-D99FBDBE61E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43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8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6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0640" cy="114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E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7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3560" cy="397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79" name="PlaceHolder 3"/>
          <p:cNvSpPr>
            <a:spLocks noGrp="1"/>
          </p:cNvSpPr>
          <p:nvPr>
            <p:ph/>
          </p:nvPr>
        </p:nvSpPr>
        <p:spPr>
          <a:xfrm>
            <a:off x="6231240" y="1604520"/>
            <a:ext cx="5353560" cy="397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4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42"/>
          </p:nvPr>
        </p:nvSpPr>
        <p:spPr/>
        <p:txBody>
          <a:bodyPr/>
          <a:p>
            <a:fld id="{4449A9CA-1754-45EB-9541-4FC50D2BD10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243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8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6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0640" cy="114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E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4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2"/>
          </p:nvPr>
        </p:nvSpPr>
        <p:spPr/>
        <p:txBody>
          <a:bodyPr/>
          <a:p>
            <a:fld id="{7C64AF13-1677-43C7-8836-204BC85DD2A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43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8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 6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0640" cy="114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E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8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0640" cy="397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4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42"/>
          </p:nvPr>
        </p:nvSpPr>
        <p:spPr/>
        <p:txBody>
          <a:bodyPr/>
          <a:p>
            <a:fld id="{471B6566-4695-43E4-81AF-8848F7EBFBD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243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8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6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0640" cy="114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E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84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0640" cy="397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E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4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42"/>
          </p:nvPr>
        </p:nvSpPr>
        <p:spPr/>
        <p:txBody>
          <a:bodyPr/>
          <a:p>
            <a:fld id="{5A3501D1-23B7-4DF8-8CC1-2171B1C5070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243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8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Default 6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4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42"/>
          </p:nvPr>
        </p:nvSpPr>
        <p:spPr/>
        <p:txBody>
          <a:bodyPr/>
          <a:p>
            <a:fld id="{7BF2DC88-F8B2-4984-87EE-28DD61E66C6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43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8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6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0640" cy="114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E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8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0640" cy="397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4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42"/>
          </p:nvPr>
        </p:nvSpPr>
        <p:spPr/>
        <p:txBody>
          <a:bodyPr/>
          <a:p>
            <a:fld id="{1212815C-918A-448D-855A-68B799ADB1C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243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8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Default 6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4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42"/>
          </p:nvPr>
        </p:nvSpPr>
        <p:spPr/>
        <p:txBody>
          <a:bodyPr/>
          <a:p>
            <a:fld id="{92C93D8E-054A-4E09-A2B1-8754A318C1C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43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8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6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0640" cy="114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E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95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0640" cy="397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E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4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45"/>
          </p:nvPr>
        </p:nvSpPr>
        <p:spPr/>
        <p:txBody>
          <a:bodyPr/>
          <a:p>
            <a:fld id="{C19BE245-8BD9-4F3D-8F8A-46A09323D36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246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9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Default 6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4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48"/>
          </p:nvPr>
        </p:nvSpPr>
        <p:spPr/>
        <p:txBody>
          <a:bodyPr/>
          <a:p>
            <a:fld id="{50E7682C-3B16-429A-8E2D-830EC8D3158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49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9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6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0640" cy="114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E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1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0640" cy="397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5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51"/>
          </p:nvPr>
        </p:nvSpPr>
        <p:spPr/>
        <p:txBody>
          <a:bodyPr/>
          <a:p>
            <a:fld id="{D6C080D2-BAB1-4833-9868-68662CDD5D6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252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9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Default 6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5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54"/>
          </p:nvPr>
        </p:nvSpPr>
        <p:spPr/>
        <p:txBody>
          <a:bodyPr/>
          <a:p>
            <a:fld id="{CE50C491-F0A5-42D1-A6BD-967085EC1AF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55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slideLayout" Target="../slideLayouts/slideLayout12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13.xml"/><Relationship Id="rId2" Type="http://schemas.openxmlformats.org/officeDocument/2006/relationships/slideLayout" Target="../slideLayouts/slideLayout13.xml"/>
</Relationships>
</file>

<file path=ppt/slideMasters/_rels/slideMaster14.xml.rels><?xml version="1.0" encoding="UTF-8"?>
<Relationships xmlns="http://schemas.openxmlformats.org/package/2006/relationships"><Relationship Id="rId1" Type="http://schemas.openxmlformats.org/officeDocument/2006/relationships/theme" Target="../theme/theme14.xml"/><Relationship Id="rId2" Type="http://schemas.openxmlformats.org/officeDocument/2006/relationships/slideLayout" Target="../slideLayouts/slideLayout14.xml"/>
</Relationships>
</file>

<file path=ppt/slideMasters/_rels/slideMaster15.xml.rels><?xml version="1.0" encoding="UTF-8"?>
<Relationships xmlns="http://schemas.openxmlformats.org/package/2006/relationships"><Relationship Id="rId1" Type="http://schemas.openxmlformats.org/officeDocument/2006/relationships/theme" Target="../theme/theme15.xml"/><Relationship Id="rId2" Type="http://schemas.openxmlformats.org/officeDocument/2006/relationships/slideLayout" Target="../slideLayouts/slideLayout15.xml"/>
</Relationships>
</file>

<file path=ppt/slideMasters/_rels/slideMaster16.xml.rels><?xml version="1.0" encoding="UTF-8"?>
<Relationships xmlns="http://schemas.openxmlformats.org/package/2006/relationships"><Relationship Id="rId1" Type="http://schemas.openxmlformats.org/officeDocument/2006/relationships/theme" Target="../theme/theme16.xml"/><Relationship Id="rId2" Type="http://schemas.openxmlformats.org/officeDocument/2006/relationships/slideLayout" Target="../slideLayouts/slideLayout16.xml"/>
</Relationships>
</file>

<file path=ppt/slideMasters/_rels/slideMaster17.xml.rels><?xml version="1.0" encoding="UTF-8"?>
<Relationships xmlns="http://schemas.openxmlformats.org/package/2006/relationships"><Relationship Id="rId1" Type="http://schemas.openxmlformats.org/officeDocument/2006/relationships/theme" Target="../theme/theme17.xml"/><Relationship Id="rId2" Type="http://schemas.openxmlformats.org/officeDocument/2006/relationships/slideLayout" Target="../slideLayouts/slideLayout17.xml"/>
</Relationships>
</file>

<file path=ppt/slideMasters/_rels/slideMaster18.xml.rels><?xml version="1.0" encoding="UTF-8"?>
<Relationships xmlns="http://schemas.openxmlformats.org/package/2006/relationships"><Relationship Id="rId1" Type="http://schemas.openxmlformats.org/officeDocument/2006/relationships/theme" Target="../theme/theme18.xml"/><Relationship Id="rId2" Type="http://schemas.openxmlformats.org/officeDocument/2006/relationships/slideLayout" Target="../slideLayouts/slideLayout18.xml"/>
</Relationships>
</file>

<file path=ppt/slideMasters/_rels/slideMaster19.xml.rels><?xml version="1.0" encoding="UTF-8"?>
<Relationships xmlns="http://schemas.openxmlformats.org/package/2006/relationships"><Relationship Id="rId1" Type="http://schemas.openxmlformats.org/officeDocument/2006/relationships/theme" Target="../theme/theme19.xml"/><Relationship Id="rId2" Type="http://schemas.openxmlformats.org/officeDocument/2006/relationships/slideLayout" Target="../slideLayouts/slideLayout19.xml"/>
</Relationships>
</file>

<file path=ppt/slideMasters/_rels/slideMaster20.xml.rels><?xml version="1.0" encoding="UTF-8"?>
<Relationships xmlns="http://schemas.openxmlformats.org/package/2006/relationships"><Relationship Id="rId1" Type="http://schemas.openxmlformats.org/officeDocument/2006/relationships/theme" Target="../theme/theme20.xml"/><Relationship Id="rId2" Type="http://schemas.openxmlformats.org/officeDocument/2006/relationships/slideLayout" Target="../slideLayouts/slideLayout20.xml"/>
</Relationships>
</file>

<file path=ppt/slideMasters/_rels/slideMaster21.xml.rels><?xml version="1.0" encoding="UTF-8"?>
<Relationships xmlns="http://schemas.openxmlformats.org/package/2006/relationships"><Relationship Id="rId1" Type="http://schemas.openxmlformats.org/officeDocument/2006/relationships/theme" Target="../theme/theme21.xml"/><Relationship Id="rId2" Type="http://schemas.openxmlformats.org/officeDocument/2006/relationships/slideLayout" Target="../slideLayouts/slideLayout21.xml"/>
</Relationships>
</file>

<file path=ppt/slideMasters/_rels/slideMaster22.xml.rels><?xml version="1.0" encoding="UTF-8"?>
<Relationships xmlns="http://schemas.openxmlformats.org/package/2006/relationships"><Relationship Id="rId1" Type="http://schemas.openxmlformats.org/officeDocument/2006/relationships/theme" Target="../theme/theme22.xml"/><Relationship Id="rId2" Type="http://schemas.openxmlformats.org/officeDocument/2006/relationships/slideLayout" Target="../slideLayouts/slideLayout22.xml"/>
</Relationships>
</file>

<file path=ppt/slideMasters/_rels/slideMaster23.xml.rels><?xml version="1.0" encoding="UTF-8"?>
<Relationships xmlns="http://schemas.openxmlformats.org/package/2006/relationships"><Relationship Id="rId1" Type="http://schemas.openxmlformats.org/officeDocument/2006/relationships/theme" Target="../theme/theme23.xml"/><Relationship Id="rId2" Type="http://schemas.openxmlformats.org/officeDocument/2006/relationships/slideLayout" Target="../slideLayouts/slideLayout23.xml"/>
</Relationships>
</file>

<file path=ppt/slideMasters/_rels/slideMaster24.xml.rels><?xml version="1.0" encoding="UTF-8"?>
<Relationships xmlns="http://schemas.openxmlformats.org/package/2006/relationships"><Relationship Id="rId1" Type="http://schemas.openxmlformats.org/officeDocument/2006/relationships/theme" Target="../theme/theme24.xml"/><Relationship Id="rId2" Type="http://schemas.openxmlformats.org/officeDocument/2006/relationships/slideLayout" Target="../slideLayouts/slideLayout24.xml"/>
</Relationships>
</file>

<file path=ppt/slideMasters/_rels/slideMaster25.xml.rels><?xml version="1.0" encoding="UTF-8"?>
<Relationships xmlns="http://schemas.openxmlformats.org/package/2006/relationships"><Relationship Id="rId1" Type="http://schemas.openxmlformats.org/officeDocument/2006/relationships/theme" Target="../theme/theme25.xml"/><Relationship Id="rId2" Type="http://schemas.openxmlformats.org/officeDocument/2006/relationships/slideLayout" Target="../slideLayouts/slideLayout25.xml"/>
</Relationships>
</file>

<file path=ppt/slideMasters/_rels/slideMaster26.xml.rels><?xml version="1.0" encoding="UTF-8"?>
<Relationships xmlns="http://schemas.openxmlformats.org/package/2006/relationships"><Relationship Id="rId1" Type="http://schemas.openxmlformats.org/officeDocument/2006/relationships/theme" Target="../theme/theme26.xml"/><Relationship Id="rId2" Type="http://schemas.openxmlformats.org/officeDocument/2006/relationships/slideLayout" Target="../slideLayouts/slideLayout26.xml"/>
</Relationships>
</file>

<file path=ppt/slideMasters/_rels/slideMaster27.xml.rels><?xml version="1.0" encoding="UTF-8"?>
<Relationships xmlns="http://schemas.openxmlformats.org/package/2006/relationships"><Relationship Id="rId1" Type="http://schemas.openxmlformats.org/officeDocument/2006/relationships/theme" Target="../theme/theme27.xml"/><Relationship Id="rId2" Type="http://schemas.openxmlformats.org/officeDocument/2006/relationships/slideLayout" Target="../slideLayouts/slideLayout27.xml"/>
</Relationships>
</file>

<file path=ppt/slideMasters/_rels/slideMaster28.xml.rels><?xml version="1.0" encoding="UTF-8"?>
<Relationships xmlns="http://schemas.openxmlformats.org/package/2006/relationships"><Relationship Id="rId1" Type="http://schemas.openxmlformats.org/officeDocument/2006/relationships/theme" Target="../theme/theme28.xml"/><Relationship Id="rId2" Type="http://schemas.openxmlformats.org/officeDocument/2006/relationships/slideLayout" Target="../slideLayouts/slideLayout28.xml"/>
</Relationships>
</file>

<file path=ppt/slideMasters/_rels/slideMaster29.xml.rels><?xml version="1.0" encoding="UTF-8"?>
<Relationships xmlns="http://schemas.openxmlformats.org/package/2006/relationships"><Relationship Id="rId1" Type="http://schemas.openxmlformats.org/officeDocument/2006/relationships/theme" Target="../theme/theme29.xml"/><Relationship Id="rId2" Type="http://schemas.openxmlformats.org/officeDocument/2006/relationships/slideLayout" Target="../slideLayouts/slideLayout29.xml"/>
</Relationships>
</file>

<file path=ppt/slideMasters/_rels/slideMaster30.xml.rels><?xml version="1.0" encoding="UTF-8"?>
<Relationships xmlns="http://schemas.openxmlformats.org/package/2006/relationships"><Relationship Id="rId1" Type="http://schemas.openxmlformats.org/officeDocument/2006/relationships/theme" Target="../theme/theme30.xml"/><Relationship Id="rId2" Type="http://schemas.openxmlformats.org/officeDocument/2006/relationships/slideLayout" Target="../slideLayouts/slideLayout30.xml"/>
</Relationships>
</file>

<file path=ppt/slideMasters/_rels/slideMaster31.xml.rels><?xml version="1.0" encoding="UTF-8"?>
<Relationships xmlns="http://schemas.openxmlformats.org/package/2006/relationships"><Relationship Id="rId1" Type="http://schemas.openxmlformats.org/officeDocument/2006/relationships/theme" Target="../theme/theme31.xml"/><Relationship Id="rId2" Type="http://schemas.openxmlformats.org/officeDocument/2006/relationships/slideLayout" Target="../slideLayouts/slideLayout31.xml"/>
</Relationships>
</file>

<file path=ppt/slideMasters/_rels/slideMaster32.xml.rels><?xml version="1.0" encoding="UTF-8"?>
<Relationships xmlns="http://schemas.openxmlformats.org/package/2006/relationships"><Relationship Id="rId1" Type="http://schemas.openxmlformats.org/officeDocument/2006/relationships/theme" Target="../theme/theme32.xml"/><Relationship Id="rId2" Type="http://schemas.openxmlformats.org/officeDocument/2006/relationships/slideLayout" Target="../slideLayouts/slideLayout32.xml"/>
</Relationships>
</file>

<file path=ppt/slideMasters/_rels/slideMaster33.xml.rels><?xml version="1.0" encoding="UTF-8"?>
<Relationships xmlns="http://schemas.openxmlformats.org/package/2006/relationships"><Relationship Id="rId1" Type="http://schemas.openxmlformats.org/officeDocument/2006/relationships/theme" Target="../theme/theme33.xml"/><Relationship Id="rId2" Type="http://schemas.openxmlformats.org/officeDocument/2006/relationships/slideLayout" Target="../slideLayouts/slideLayout33.xml"/>
</Relationships>
</file>

<file path=ppt/slideMasters/_rels/slideMaster34.xml.rels><?xml version="1.0" encoding="UTF-8"?>
<Relationships xmlns="http://schemas.openxmlformats.org/package/2006/relationships"><Relationship Id="rId1" Type="http://schemas.openxmlformats.org/officeDocument/2006/relationships/theme" Target="../theme/theme34.xml"/><Relationship Id="rId2" Type="http://schemas.openxmlformats.org/officeDocument/2006/relationships/slideLayout" Target="../slideLayouts/slideLayout34.xml"/>
</Relationships>
</file>

<file path=ppt/slideMasters/_rels/slideMaster35.xml.rels><?xml version="1.0" encoding="UTF-8"?>
<Relationships xmlns="http://schemas.openxmlformats.org/package/2006/relationships"><Relationship Id="rId1" Type="http://schemas.openxmlformats.org/officeDocument/2006/relationships/theme" Target="../theme/theme35.xml"/><Relationship Id="rId2" Type="http://schemas.openxmlformats.org/officeDocument/2006/relationships/slideLayout" Target="../slideLayouts/slideLayout35.xml"/>
</Relationships>
</file>

<file path=ppt/slideMasters/_rels/slideMaster36.xml.rels><?xml version="1.0" encoding="UTF-8"?>
<Relationships xmlns="http://schemas.openxmlformats.org/package/2006/relationships"><Relationship Id="rId1" Type="http://schemas.openxmlformats.org/officeDocument/2006/relationships/theme" Target="../theme/theme36.xml"/><Relationship Id="rId2" Type="http://schemas.openxmlformats.org/officeDocument/2006/relationships/slideLayout" Target="../slideLayouts/slideLayout36.xml"/>
</Relationships>
</file>

<file path=ppt/slideMasters/_rels/slideMaster37.xml.rels><?xml version="1.0" encoding="UTF-8"?>
<Relationships xmlns="http://schemas.openxmlformats.org/package/2006/relationships"><Relationship Id="rId1" Type="http://schemas.openxmlformats.org/officeDocument/2006/relationships/theme" Target="../theme/theme37.xml"/><Relationship Id="rId2" Type="http://schemas.openxmlformats.org/officeDocument/2006/relationships/slideLayout" Target="../slideLayouts/slideLayout37.xml"/>
</Relationships>
</file>

<file path=ppt/slideMasters/_rels/slideMaster38.xml.rels><?xml version="1.0" encoding="UTF-8"?>
<Relationships xmlns="http://schemas.openxmlformats.org/package/2006/relationships"><Relationship Id="rId1" Type="http://schemas.openxmlformats.org/officeDocument/2006/relationships/theme" Target="../theme/theme38.xml"/><Relationship Id="rId2" Type="http://schemas.openxmlformats.org/officeDocument/2006/relationships/slideLayout" Target="../slideLayouts/slideLayout38.xml"/>
</Relationships>
</file>

<file path=ppt/slideMasters/_rels/slideMaster39.xml.rels><?xml version="1.0" encoding="UTF-8"?>
<Relationships xmlns="http://schemas.openxmlformats.org/package/2006/relationships"><Relationship Id="rId1" Type="http://schemas.openxmlformats.org/officeDocument/2006/relationships/theme" Target="../theme/theme39.xml"/><Relationship Id="rId2" Type="http://schemas.openxmlformats.org/officeDocument/2006/relationships/slideLayout" Target="../slideLayouts/slideLayout39.xml"/>
</Relationships>
</file>

<file path=ppt/slideMasters/_rels/slideMaster40.xml.rels><?xml version="1.0" encoding="UTF-8"?>
<Relationships xmlns="http://schemas.openxmlformats.org/package/2006/relationships"><Relationship Id="rId1" Type="http://schemas.openxmlformats.org/officeDocument/2006/relationships/theme" Target="../theme/theme40.xml"/><Relationship Id="rId2" Type="http://schemas.openxmlformats.org/officeDocument/2006/relationships/slideLayout" Target="../slideLayouts/slideLayout40.xml"/>
</Relationships>
</file>

<file path=ppt/slideMasters/_rels/slideMaster41.xml.rels><?xml version="1.0" encoding="UTF-8"?>
<Relationships xmlns="http://schemas.openxmlformats.org/package/2006/relationships"><Relationship Id="rId1" Type="http://schemas.openxmlformats.org/officeDocument/2006/relationships/theme" Target="../theme/theme41.xml"/><Relationship Id="rId2" Type="http://schemas.openxmlformats.org/officeDocument/2006/relationships/slideLayout" Target="../slideLayouts/slideLayout41.xml"/>
</Relationships>
</file>

<file path=ppt/slideMasters/_rels/slideMaster42.xml.rels><?xml version="1.0" encoding="UTF-8"?>
<Relationships xmlns="http://schemas.openxmlformats.org/package/2006/relationships"><Relationship Id="rId1" Type="http://schemas.openxmlformats.org/officeDocument/2006/relationships/theme" Target="../theme/theme42.xml"/><Relationship Id="rId2" Type="http://schemas.openxmlformats.org/officeDocument/2006/relationships/slideLayout" Target="../slideLayouts/slideLayout42.xml"/>
</Relationships>
</file>

<file path=ppt/slideMasters/_rels/slideMaster43.xml.rels><?xml version="1.0" encoding="UTF-8"?>
<Relationships xmlns="http://schemas.openxmlformats.org/package/2006/relationships"><Relationship Id="rId1" Type="http://schemas.openxmlformats.org/officeDocument/2006/relationships/theme" Target="../theme/theme43.xml"/><Relationship Id="rId2" Type="http://schemas.openxmlformats.org/officeDocument/2006/relationships/slideLayout" Target="../slideLayouts/slideLayout43.xml"/>
</Relationships>
</file>

<file path=ppt/slideMasters/_rels/slideMaster44.xml.rels><?xml version="1.0" encoding="UTF-8"?>
<Relationships xmlns="http://schemas.openxmlformats.org/package/2006/relationships"><Relationship Id="rId1" Type="http://schemas.openxmlformats.org/officeDocument/2006/relationships/theme" Target="../theme/theme44.xml"/><Relationship Id="rId2" Type="http://schemas.openxmlformats.org/officeDocument/2006/relationships/slideLayout" Target="../slideLayouts/slideLayout44.xml"/>
</Relationships>
</file>

<file path=ppt/slideMasters/_rels/slideMaster45.xml.rels><?xml version="1.0" encoding="UTF-8"?>
<Relationships xmlns="http://schemas.openxmlformats.org/package/2006/relationships"><Relationship Id="rId1" Type="http://schemas.openxmlformats.org/officeDocument/2006/relationships/theme" Target="../theme/theme45.xml"/><Relationship Id="rId2" Type="http://schemas.openxmlformats.org/officeDocument/2006/relationships/slideLayout" Target="../slideLayouts/slideLayout45.xml"/>
</Relationships>
</file>

<file path=ppt/slideMasters/_rels/slideMaster46.xml.rels><?xml version="1.0" encoding="UTF-8"?>
<Relationships xmlns="http://schemas.openxmlformats.org/package/2006/relationships"><Relationship Id="rId1" Type="http://schemas.openxmlformats.org/officeDocument/2006/relationships/theme" Target="../theme/theme46.xml"/><Relationship Id="rId2" Type="http://schemas.openxmlformats.org/officeDocument/2006/relationships/slideLayout" Target="../slideLayouts/slideLayout46.xml"/>
</Relationships>
</file>

<file path=ppt/slideMasters/_rels/slideMaster47.xml.rels><?xml version="1.0" encoding="UTF-8"?>
<Relationships xmlns="http://schemas.openxmlformats.org/package/2006/relationships"><Relationship Id="rId1" Type="http://schemas.openxmlformats.org/officeDocument/2006/relationships/theme" Target="../theme/theme47.xml"/><Relationship Id="rId2" Type="http://schemas.openxmlformats.org/officeDocument/2006/relationships/slideLayout" Target="../slideLayouts/slideLayout47.xml"/>
</Relationships>
</file>

<file path=ppt/slideMasters/_rels/slideMaster48.xml.rels><?xml version="1.0" encoding="UTF-8"?>
<Relationships xmlns="http://schemas.openxmlformats.org/package/2006/relationships"><Relationship Id="rId1" Type="http://schemas.openxmlformats.org/officeDocument/2006/relationships/theme" Target="../theme/theme48.xml"/><Relationship Id="rId2" Type="http://schemas.openxmlformats.org/officeDocument/2006/relationships/slideLayout" Target="../slideLayouts/slideLayout48.xml"/>
</Relationships>
</file>

<file path=ppt/slideMasters/_rels/slideMaster49.xml.rels><?xml version="1.0" encoding="UTF-8"?>
<Relationships xmlns="http://schemas.openxmlformats.org/package/2006/relationships"><Relationship Id="rId1" Type="http://schemas.openxmlformats.org/officeDocument/2006/relationships/theme" Target="../theme/theme49.xml"/><Relationship Id="rId2" Type="http://schemas.openxmlformats.org/officeDocument/2006/relationships/slideLayout" Target="../slideLayouts/slideLayout49.xml"/>
</Relationships>
</file>

<file path=ppt/slideMasters/_rels/slideMaster50.xml.rels><?xml version="1.0" encoding="UTF-8"?>
<Relationships xmlns="http://schemas.openxmlformats.org/package/2006/relationships"><Relationship Id="rId1" Type="http://schemas.openxmlformats.org/officeDocument/2006/relationships/theme" Target="../theme/theme50.xml"/><Relationship Id="rId2" Type="http://schemas.openxmlformats.org/officeDocument/2006/relationships/slideLayout" Target="../slideLayouts/slideLayout50.xml"/>
</Relationships>
</file>

<file path=ppt/slideMasters/_rels/slideMaster51.xml.rels><?xml version="1.0" encoding="UTF-8"?>
<Relationships xmlns="http://schemas.openxmlformats.org/package/2006/relationships"><Relationship Id="rId1" Type="http://schemas.openxmlformats.org/officeDocument/2006/relationships/theme" Target="../theme/theme51.xml"/><Relationship Id="rId2" Type="http://schemas.openxmlformats.org/officeDocument/2006/relationships/slideLayout" Target="../slideLayouts/slideLayout51.xml"/>
</Relationships>
</file>

<file path=ppt/slideMasters/_rels/slideMaster52.xml.rels><?xml version="1.0" encoding="UTF-8"?>
<Relationships xmlns="http://schemas.openxmlformats.org/package/2006/relationships"><Relationship Id="rId1" Type="http://schemas.openxmlformats.org/officeDocument/2006/relationships/theme" Target="../theme/theme52.xml"/><Relationship Id="rId2" Type="http://schemas.openxmlformats.org/officeDocument/2006/relationships/slideLayout" Target="../slideLayouts/slideLayout52.xml"/>
</Relationships>
</file>

<file path=ppt/slideMasters/_rels/slideMaster53.xml.rels><?xml version="1.0" encoding="UTF-8"?>
<Relationships xmlns="http://schemas.openxmlformats.org/package/2006/relationships"><Relationship Id="rId1" Type="http://schemas.openxmlformats.org/officeDocument/2006/relationships/theme" Target="../theme/theme53.xml"/><Relationship Id="rId2" Type="http://schemas.openxmlformats.org/officeDocument/2006/relationships/slideLayout" Target="../slideLayouts/slideLayout53.xml"/>
</Relationships>
</file>

<file path=ppt/slideMasters/_rels/slideMaster54.xml.rels><?xml version="1.0" encoding="UTF-8"?>
<Relationships xmlns="http://schemas.openxmlformats.org/package/2006/relationships"><Relationship Id="rId1" Type="http://schemas.openxmlformats.org/officeDocument/2006/relationships/theme" Target="../theme/theme54.xml"/><Relationship Id="rId2" Type="http://schemas.openxmlformats.org/officeDocument/2006/relationships/slideLayout" Target="../slideLayouts/slideLayout54.xml"/>
</Relationships>
</file>

<file path=ppt/slideMasters/_rels/slideMaster55.xml.rels><?xml version="1.0" encoding="UTF-8"?>
<Relationships xmlns="http://schemas.openxmlformats.org/package/2006/relationships"><Relationship Id="rId1" Type="http://schemas.openxmlformats.org/officeDocument/2006/relationships/theme" Target="../theme/theme55.xml"/><Relationship Id="rId2" Type="http://schemas.openxmlformats.org/officeDocument/2006/relationships/slideLayout" Target="../slideLayouts/slideLayout55.xml"/>
</Relationships>
</file>

<file path=ppt/slideMasters/_rels/slideMaster56.xml.rels><?xml version="1.0" encoding="UTF-8"?>
<Relationships xmlns="http://schemas.openxmlformats.org/package/2006/relationships"><Relationship Id="rId1" Type="http://schemas.openxmlformats.org/officeDocument/2006/relationships/theme" Target="../theme/theme56.xml"/><Relationship Id="rId2" Type="http://schemas.openxmlformats.org/officeDocument/2006/relationships/slideLayout" Target="../slideLayouts/slideLayout56.xml"/>
</Relationships>
</file>

<file path=ppt/slideMasters/_rels/slideMaster57.xml.rels><?xml version="1.0" encoding="UTF-8"?>
<Relationships xmlns="http://schemas.openxmlformats.org/package/2006/relationships"><Relationship Id="rId1" Type="http://schemas.openxmlformats.org/officeDocument/2006/relationships/theme" Target="../theme/theme57.xml"/><Relationship Id="rId2" Type="http://schemas.openxmlformats.org/officeDocument/2006/relationships/slideLayout" Target="../slideLayouts/slideLayout57.xml"/>
</Relationships>
</file>

<file path=ppt/slideMasters/_rels/slideMaster58.xml.rels><?xml version="1.0" encoding="UTF-8"?>
<Relationships xmlns="http://schemas.openxmlformats.org/package/2006/relationships"><Relationship Id="rId1" Type="http://schemas.openxmlformats.org/officeDocument/2006/relationships/theme" Target="../theme/theme58.xml"/><Relationship Id="rId2" Type="http://schemas.openxmlformats.org/officeDocument/2006/relationships/slideLayout" Target="../slideLayouts/slideLayout58.xml"/>
</Relationships>
</file>

<file path=ppt/slideMasters/_rels/slideMaster59.xml.rels><?xml version="1.0" encoding="UTF-8"?>
<Relationships xmlns="http://schemas.openxmlformats.org/package/2006/relationships"><Relationship Id="rId1" Type="http://schemas.openxmlformats.org/officeDocument/2006/relationships/theme" Target="../theme/theme59.xml"/><Relationship Id="rId2" Type="http://schemas.openxmlformats.org/officeDocument/2006/relationships/slideLayout" Target="../slideLayouts/slideLayout59.xml"/>
</Relationships>
</file>

<file path=ppt/slideMasters/_rels/slideMaster60.xml.rels><?xml version="1.0" encoding="UTF-8"?>
<Relationships xmlns="http://schemas.openxmlformats.org/package/2006/relationships"><Relationship Id="rId1" Type="http://schemas.openxmlformats.org/officeDocument/2006/relationships/theme" Target="../theme/theme60.xml"/><Relationship Id="rId2" Type="http://schemas.openxmlformats.org/officeDocument/2006/relationships/slideLayout" Target="../slideLayouts/slideLayout60.xml"/>
</Relationships>
</file>

<file path=ppt/slideMasters/_rels/slideMaster61.xml.rels><?xml version="1.0" encoding="UTF-8"?>
<Relationships xmlns="http://schemas.openxmlformats.org/package/2006/relationships"><Relationship Id="rId1" Type="http://schemas.openxmlformats.org/officeDocument/2006/relationships/theme" Target="../theme/theme61.xml"/><Relationship Id="rId2" Type="http://schemas.openxmlformats.org/officeDocument/2006/relationships/slideLayout" Target="../slideLayouts/slideLayout61.xml"/>
</Relationships>
</file>

<file path=ppt/slideMasters/_rels/slideMaster62.xml.rels><?xml version="1.0" encoding="UTF-8"?>
<Relationships xmlns="http://schemas.openxmlformats.org/package/2006/relationships"><Relationship Id="rId1" Type="http://schemas.openxmlformats.org/officeDocument/2006/relationships/theme" Target="../theme/theme62.xml"/><Relationship Id="rId2" Type="http://schemas.openxmlformats.org/officeDocument/2006/relationships/slideLayout" Target="../slideLayouts/slideLayout62.xml"/>
</Relationships>
</file>

<file path=ppt/slideMasters/_rels/slideMaster63.xml.rels><?xml version="1.0" encoding="UTF-8"?>
<Relationships xmlns="http://schemas.openxmlformats.org/package/2006/relationships"><Relationship Id="rId1" Type="http://schemas.openxmlformats.org/officeDocument/2006/relationships/theme" Target="../theme/theme63.xml"/><Relationship Id="rId2" Type="http://schemas.openxmlformats.org/officeDocument/2006/relationships/slideLayout" Target="../slideLayouts/slideLayout63.xml"/>
</Relationships>
</file>

<file path=ppt/slideMasters/_rels/slideMaster64.xml.rels><?xml version="1.0" encoding="UTF-8"?>
<Relationships xmlns="http://schemas.openxmlformats.org/package/2006/relationships"><Relationship Id="rId1" Type="http://schemas.openxmlformats.org/officeDocument/2006/relationships/theme" Target="../theme/theme64.xml"/><Relationship Id="rId2" Type="http://schemas.openxmlformats.org/officeDocument/2006/relationships/slideLayout" Target="../slideLayouts/slideLayout64.xml"/>
</Relationships>
</file>

<file path=ppt/slideMasters/_rels/slideMaster65.xml.rels><?xml version="1.0" encoding="UTF-8"?>
<Relationships xmlns="http://schemas.openxmlformats.org/package/2006/relationships"><Relationship Id="rId1" Type="http://schemas.openxmlformats.org/officeDocument/2006/relationships/theme" Target="../theme/theme65.xml"/><Relationship Id="rId2" Type="http://schemas.openxmlformats.org/officeDocument/2006/relationships/slideLayout" Target="../slideLayouts/slideLayout65.xml"/>
</Relationships>
</file>

<file path=ppt/slideMasters/_rels/slideMaster66.xml.rels><?xml version="1.0" encoding="UTF-8"?>
<Relationships xmlns="http://schemas.openxmlformats.org/package/2006/relationships"><Relationship Id="rId1" Type="http://schemas.openxmlformats.org/officeDocument/2006/relationships/theme" Target="../theme/theme66.xml"/><Relationship Id="rId2" Type="http://schemas.openxmlformats.org/officeDocument/2006/relationships/slideLayout" Target="../slideLayouts/slideLayout66.xml"/>
</Relationships>
</file>

<file path=ppt/slideMasters/_rels/slideMaster67.xml.rels><?xml version="1.0" encoding="UTF-8"?>
<Relationships xmlns="http://schemas.openxmlformats.org/package/2006/relationships"><Relationship Id="rId1" Type="http://schemas.openxmlformats.org/officeDocument/2006/relationships/theme" Target="../theme/theme67.xml"/><Relationship Id="rId2" Type="http://schemas.openxmlformats.org/officeDocument/2006/relationships/slideLayout" Target="../slideLayouts/slideLayout67.xml"/>
</Relationships>
</file>

<file path=ppt/slideMasters/_rels/slideMaster68.xml.rels><?xml version="1.0" encoding="UTF-8"?>
<Relationships xmlns="http://schemas.openxmlformats.org/package/2006/relationships"><Relationship Id="rId1" Type="http://schemas.openxmlformats.org/officeDocument/2006/relationships/theme" Target="../theme/theme68.xml"/><Relationship Id="rId2" Type="http://schemas.openxmlformats.org/officeDocument/2006/relationships/slideLayout" Target="../slideLayouts/slideLayout68.xml"/>
</Relationships>
</file>

<file path=ppt/slideMasters/_rels/slideMaster69.xml.rels><?xml version="1.0" encoding="UTF-8"?>
<Relationships xmlns="http://schemas.openxmlformats.org/package/2006/relationships"><Relationship Id="rId1" Type="http://schemas.openxmlformats.org/officeDocument/2006/relationships/theme" Target="../theme/theme69.xml"/><Relationship Id="rId2" Type="http://schemas.openxmlformats.org/officeDocument/2006/relationships/slideLayout" Target="../slideLayouts/slideLayout69.xml"/>
</Relationships>
</file>

<file path=ppt/slideMasters/_rels/slideMaster70.xml.rels><?xml version="1.0" encoding="UTF-8"?>
<Relationships xmlns="http://schemas.openxmlformats.org/package/2006/relationships"><Relationship Id="rId1" Type="http://schemas.openxmlformats.org/officeDocument/2006/relationships/theme" Target="../theme/theme70.xml"/><Relationship Id="rId2" Type="http://schemas.openxmlformats.org/officeDocument/2006/relationships/slideLayout" Target="../slideLayouts/slideLayout70.xml"/>
</Relationships>
</file>

<file path=ppt/slideMasters/_rels/slideMaster71.xml.rels><?xml version="1.0" encoding="UTF-8"?>
<Relationships xmlns="http://schemas.openxmlformats.org/package/2006/relationships"><Relationship Id="rId1" Type="http://schemas.openxmlformats.org/officeDocument/2006/relationships/theme" Target="../theme/theme71.xml"/><Relationship Id="rId2" Type="http://schemas.openxmlformats.org/officeDocument/2006/relationships/slideLayout" Target="../slideLayouts/slideLayout71.xml"/>
</Relationships>
</file>

<file path=ppt/slideMasters/_rels/slideMaster72.xml.rels><?xml version="1.0" encoding="UTF-8"?>
<Relationships xmlns="http://schemas.openxmlformats.org/package/2006/relationships"><Relationship Id="rId1" Type="http://schemas.openxmlformats.org/officeDocument/2006/relationships/theme" Target="../theme/theme72.xml"/><Relationship Id="rId2" Type="http://schemas.openxmlformats.org/officeDocument/2006/relationships/slideLayout" Target="../slideLayouts/slideLayout72.xml"/>
</Relationships>
</file>

<file path=ppt/slideMasters/_rels/slideMaster73.xml.rels><?xml version="1.0" encoding="UTF-8"?>
<Relationships xmlns="http://schemas.openxmlformats.org/package/2006/relationships"><Relationship Id="rId1" Type="http://schemas.openxmlformats.org/officeDocument/2006/relationships/theme" Target="../theme/theme73.xml"/><Relationship Id="rId2" Type="http://schemas.openxmlformats.org/officeDocument/2006/relationships/slideLayout" Target="../slideLayouts/slideLayout73.xml"/>
</Relationships>
</file>

<file path=ppt/slideMasters/_rels/slideMaster74.xml.rels><?xml version="1.0" encoding="UTF-8"?>
<Relationships xmlns="http://schemas.openxmlformats.org/package/2006/relationships"><Relationship Id="rId1" Type="http://schemas.openxmlformats.org/officeDocument/2006/relationships/theme" Target="../theme/theme74.xml"/><Relationship Id="rId2" Type="http://schemas.openxmlformats.org/officeDocument/2006/relationships/slideLayout" Target="../slideLayouts/slideLayout74.xml"/>
</Relationships>
</file>

<file path=ppt/slideMasters/_rels/slideMaster75.xml.rels><?xml version="1.0" encoding="UTF-8"?>
<Relationships xmlns="http://schemas.openxmlformats.org/package/2006/relationships"><Relationship Id="rId1" Type="http://schemas.openxmlformats.org/officeDocument/2006/relationships/theme" Target="../theme/theme75.xml"/><Relationship Id="rId2" Type="http://schemas.openxmlformats.org/officeDocument/2006/relationships/slideLayout" Target="../slideLayouts/slideLayout75.xml"/>
</Relationships>
</file>

<file path=ppt/slideMasters/_rels/slideMaster76.xml.rels><?xml version="1.0" encoding="UTF-8"?>
<Relationships xmlns="http://schemas.openxmlformats.org/package/2006/relationships"><Relationship Id="rId1" Type="http://schemas.openxmlformats.org/officeDocument/2006/relationships/theme" Target="../theme/theme76.xml"/><Relationship Id="rId2" Type="http://schemas.openxmlformats.org/officeDocument/2006/relationships/slideLayout" Target="../slideLayouts/slideLayout76.xml"/>
</Relationships>
</file>

<file path=ppt/slideMasters/_rels/slideMaster77.xml.rels><?xml version="1.0" encoding="UTF-8"?>
<Relationships xmlns="http://schemas.openxmlformats.org/package/2006/relationships"><Relationship Id="rId1" Type="http://schemas.openxmlformats.org/officeDocument/2006/relationships/theme" Target="../theme/theme77.xml"/><Relationship Id="rId2" Type="http://schemas.openxmlformats.org/officeDocument/2006/relationships/slideLayout" Target="../slideLayouts/slideLayout77.xml"/>
</Relationships>
</file>

<file path=ppt/slideMasters/_rels/slideMaster78.xml.rels><?xml version="1.0" encoding="UTF-8"?>
<Relationships xmlns="http://schemas.openxmlformats.org/package/2006/relationships"><Relationship Id="rId1" Type="http://schemas.openxmlformats.org/officeDocument/2006/relationships/theme" Target="../theme/theme78.xml"/><Relationship Id="rId2" Type="http://schemas.openxmlformats.org/officeDocument/2006/relationships/slideLayout" Target="../slideLayouts/slideLayout78.xml"/>
</Relationships>
</file>

<file path=ppt/slideMasters/_rels/slideMaster79.xml.rels><?xml version="1.0" encoding="UTF-8"?>
<Relationships xmlns="http://schemas.openxmlformats.org/package/2006/relationships"><Relationship Id="rId1" Type="http://schemas.openxmlformats.org/officeDocument/2006/relationships/theme" Target="../theme/theme79.xml"/><Relationship Id="rId2" Type="http://schemas.openxmlformats.org/officeDocument/2006/relationships/slideLayout" Target="../slideLayouts/slideLayout79.xml"/>
</Relationships>
</file>

<file path=ppt/slideMasters/_rels/slideMaster80.xml.rels><?xml version="1.0" encoding="UTF-8"?>
<Relationships xmlns="http://schemas.openxmlformats.org/package/2006/relationships"><Relationship Id="rId1" Type="http://schemas.openxmlformats.org/officeDocument/2006/relationships/theme" Target="../theme/theme80.xml"/><Relationship Id="rId2" Type="http://schemas.openxmlformats.org/officeDocument/2006/relationships/slideLayout" Target="../slideLayouts/slideLayout80.xml"/>
</Relationships>
</file>

<file path=ppt/slideMasters/_rels/slideMaster81.xml.rels><?xml version="1.0" encoding="UTF-8"?>
<Relationships xmlns="http://schemas.openxmlformats.org/package/2006/relationships"><Relationship Id="rId1" Type="http://schemas.openxmlformats.org/officeDocument/2006/relationships/theme" Target="../theme/theme81.xml"/><Relationship Id="rId2" Type="http://schemas.openxmlformats.org/officeDocument/2006/relationships/slideLayout" Target="../slideLayouts/slideLayout81.xml"/><Relationship Id="rId3" Type="http://schemas.openxmlformats.org/officeDocument/2006/relationships/slideLayout" Target="../slideLayouts/slideLayout82.xml"/><Relationship Id="rId4" Type="http://schemas.openxmlformats.org/officeDocument/2006/relationships/slideLayout" Target="../slideLayouts/slideLayout83.xml"/><Relationship Id="rId5" Type="http://schemas.openxmlformats.org/officeDocument/2006/relationships/slideLayout" Target="../slideLayouts/slideLayout84.xml"/><Relationship Id="rId6" Type="http://schemas.openxmlformats.org/officeDocument/2006/relationships/slideLayout" Target="../slideLayouts/slideLayout85.xml"/><Relationship Id="rId7" Type="http://schemas.openxmlformats.org/officeDocument/2006/relationships/slideLayout" Target="../slideLayouts/slideLayout86.xml"/><Relationship Id="rId8" Type="http://schemas.openxmlformats.org/officeDocument/2006/relationships/slideLayout" Target="../slideLayouts/slideLayout87.xml"/><Relationship Id="rId9" Type="http://schemas.openxmlformats.org/officeDocument/2006/relationships/slideLayout" Target="../slideLayouts/slideLayout88.xml"/>
</Relationships>
</file>

<file path=ppt/slideMasters/_rels/slideMaster82.xml.rels><?xml version="1.0" encoding="UTF-8"?>
<Relationships xmlns="http://schemas.openxmlformats.org/package/2006/relationships"><Relationship Id="rId1" Type="http://schemas.openxmlformats.org/officeDocument/2006/relationships/theme" Target="../theme/theme82.xml"/><Relationship Id="rId2" Type="http://schemas.openxmlformats.org/officeDocument/2006/relationships/slideLayout" Target="../slideLayouts/slideLayout89.xml"/>
</Relationships>
</file>

<file path=ppt/slideMasters/_rels/slideMaster83.xml.rels><?xml version="1.0" encoding="UTF-8"?>
<Relationships xmlns="http://schemas.openxmlformats.org/package/2006/relationships"><Relationship Id="rId1" Type="http://schemas.openxmlformats.org/officeDocument/2006/relationships/theme" Target="../theme/theme83.xml"/><Relationship Id="rId2" Type="http://schemas.openxmlformats.org/officeDocument/2006/relationships/slideLayout" Target="../slideLayouts/slideLayout90.xml"/>
</Relationships>
</file>

<file path=ppt/slideMasters/_rels/slideMaster84.xml.rels><?xml version="1.0" encoding="UTF-8"?>
<Relationships xmlns="http://schemas.openxmlformats.org/package/2006/relationships"><Relationship Id="rId1" Type="http://schemas.openxmlformats.org/officeDocument/2006/relationships/theme" Target="../theme/theme84.xml"/><Relationship Id="rId2" Type="http://schemas.openxmlformats.org/officeDocument/2006/relationships/slideLayout" Target="../slideLayouts/slideLayout91.xml"/>
</Relationships>
</file>

<file path=ppt/slideMasters/_rels/slideMaster85.xml.rels><?xml version="1.0" encoding="UTF-8"?>
<Relationships xmlns="http://schemas.openxmlformats.org/package/2006/relationships"><Relationship Id="rId1" Type="http://schemas.openxmlformats.org/officeDocument/2006/relationships/theme" Target="../theme/theme85.xml"/><Relationship Id="rId2" Type="http://schemas.openxmlformats.org/officeDocument/2006/relationships/slideLayout" Target="../slideLayouts/slideLayout9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Rectangle 6" hidden="1"/>
          <p:cNvSpPr/>
          <p:nvPr/>
        </p:nvSpPr>
        <p:spPr>
          <a:xfrm>
            <a:off x="0" y="6400800"/>
            <a:ext cx="12188880" cy="4539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" name="Rectangle 8" hidden="1"/>
          <p:cNvSpPr/>
          <p:nvPr/>
        </p:nvSpPr>
        <p:spPr>
          <a:xfrm>
            <a:off x="0" y="6334200"/>
            <a:ext cx="12188880" cy="62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0880" bIns="2088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cxnSp>
        <p:nvCxnSpPr>
          <p:cNvPr id="2" name="Straight Connector 9"/>
          <p:cNvCxnSpPr/>
          <p:nvPr/>
        </p:nvCxnSpPr>
        <p:spPr>
          <a:xfrm>
            <a:off x="1193400" y="1737720"/>
            <a:ext cx="9970200" cy="3240"/>
          </a:xfrm>
          <a:prstGeom prst="straightConnector1">
            <a:avLst/>
          </a:prstGeom>
          <a:ln w="6350">
            <a:solidFill>
              <a:srgbClr val="808080"/>
            </a:solidFill>
            <a:round/>
          </a:ln>
        </p:spPr>
      </p:cxnSp>
      <p:sp>
        <p:nvSpPr>
          <p:cNvPr id="3" name="Rectangle 6"/>
          <p:cNvSpPr/>
          <p:nvPr/>
        </p:nvSpPr>
        <p:spPr>
          <a:xfrm>
            <a:off x="3240" y="6400800"/>
            <a:ext cx="12185640" cy="4539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4" name="Rectangle 7"/>
          <p:cNvSpPr/>
          <p:nvPr/>
        </p:nvSpPr>
        <p:spPr>
          <a:xfrm>
            <a:off x="0" y="6334200"/>
            <a:ext cx="12185640" cy="608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19080" bIns="1908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cxnSp>
        <p:nvCxnSpPr>
          <p:cNvPr id="5" name="Straight Connector 8"/>
          <p:cNvCxnSpPr/>
          <p:nvPr/>
        </p:nvCxnSpPr>
        <p:spPr>
          <a:xfrm>
            <a:off x="1207440" y="4343400"/>
            <a:ext cx="9878760" cy="3240"/>
          </a:xfrm>
          <a:prstGeom prst="straightConnector1">
            <a:avLst/>
          </a:prstGeom>
          <a:ln w="6350">
            <a:solidFill>
              <a:srgbClr val="808080"/>
            </a:solidFill>
            <a:round/>
          </a:ln>
        </p:spPr>
      </p:cxnSp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0640" cy="114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ftr" idx="1"/>
          </p:nvPr>
        </p:nvSpPr>
        <p:spPr>
          <a:xfrm>
            <a:off x="3686040" y="6459840"/>
            <a:ext cx="481968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s-E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1400" strike="noStrike" u="non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  <a:endParaRPr b="0" lang="es-E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sldNum" idx="2"/>
          </p:nvPr>
        </p:nvSpPr>
        <p:spPr>
          <a:xfrm>
            <a:off x="9900360" y="6459840"/>
            <a:ext cx="13089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050" strike="noStrike" u="none">
                <a:solidFill>
                  <a:srgbClr val="ffffff"/>
                </a:solidFill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8DBBA7D2-B8E2-4D82-AB74-B821092754CE}" type="slidenum">
              <a:rPr b="0" lang="en-US" sz="1050" strike="noStrike" u="none">
                <a:solidFill>
                  <a:srgbClr val="ffffff"/>
                </a:solidFill>
                <a:uFillTx/>
                <a:latin typeface="Calibri"/>
              </a:rPr>
              <a:t>&lt;number&gt;</a:t>
            </a:fld>
            <a:endParaRPr b="0" lang="es-ES" sz="105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dt" idx="3"/>
          </p:nvPr>
        </p:nvSpPr>
        <p:spPr>
          <a:xfrm>
            <a:off x="1097280" y="6459840"/>
            <a:ext cx="246888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s-E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s-ES" sz="1400" strike="noStrike" u="none">
                <a:solidFill>
                  <a:srgbClr val="000000"/>
                </a:solidFill>
                <a:uFillTx/>
                <a:latin typeface="Times New Roman"/>
              </a:rPr>
              <a:t>&lt;date/time&gt;</a:t>
            </a:r>
            <a:endParaRPr b="0" lang="es-E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32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s-ES" sz="3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2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s-ES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4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s-ES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20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6"/>
          <p:cNvSpPr/>
          <p:nvPr/>
        </p:nvSpPr>
        <p:spPr>
          <a:xfrm>
            <a:off x="0" y="6400800"/>
            <a:ext cx="12188880" cy="4539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4" name="Rectangle 8"/>
          <p:cNvSpPr/>
          <p:nvPr/>
        </p:nvSpPr>
        <p:spPr>
          <a:xfrm>
            <a:off x="0" y="6334200"/>
            <a:ext cx="12188880" cy="62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0880" bIns="2088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cxnSp>
        <p:nvCxnSpPr>
          <p:cNvPr id="15" name="Straight Connector 9"/>
          <p:cNvCxnSpPr/>
          <p:nvPr/>
        </p:nvCxnSpPr>
        <p:spPr>
          <a:xfrm>
            <a:off x="1193400" y="1737720"/>
            <a:ext cx="9970200" cy="3240"/>
          </a:xfrm>
          <a:prstGeom prst="straightConnector1">
            <a:avLst/>
          </a:prstGeom>
          <a:ln w="6350">
            <a:solidFill>
              <a:srgbClr val="808080"/>
            </a:solidFill>
            <a:round/>
          </a:ln>
        </p:spPr>
      </p:cxnSp>
      <p:sp>
        <p:nvSpPr>
          <p:cNvPr id="16" name="PlaceHolder 1"/>
          <p:cNvSpPr>
            <a:spLocks noGrp="1"/>
          </p:cNvSpPr>
          <p:nvPr>
            <p:ph type="ftr" idx="4"/>
          </p:nvPr>
        </p:nvSpPr>
        <p:spPr>
          <a:xfrm>
            <a:off x="3686040" y="6459840"/>
            <a:ext cx="481968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s-E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s-E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sldNum" idx="5"/>
          </p:nvPr>
        </p:nvSpPr>
        <p:spPr>
          <a:xfrm>
            <a:off x="9900360" y="6459840"/>
            <a:ext cx="13089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050" strike="noStrike" u="none">
                <a:solidFill>
                  <a:srgbClr val="ffffff"/>
                </a:solidFill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641B2055-A33B-4387-8004-B1A3C0CD9CCB}" type="slidenum">
              <a:rPr b="0" lang="en-US" sz="1050" strike="noStrike" u="none">
                <a:solidFill>
                  <a:srgbClr val="ffffff"/>
                </a:solidFill>
                <a:uFillTx/>
                <a:latin typeface="Calibri"/>
              </a:rPr>
              <a:t>1</a:t>
            </a:fld>
            <a:endParaRPr b="0" lang="es-ES" sz="105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6"/>
          </p:nvPr>
        </p:nvSpPr>
        <p:spPr>
          <a:xfrm>
            <a:off x="1097280" y="6459840"/>
            <a:ext cx="246888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s-E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s-E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s-E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6" hidden="1"/>
          <p:cNvSpPr/>
          <p:nvPr/>
        </p:nvSpPr>
        <p:spPr>
          <a:xfrm>
            <a:off x="0" y="6400800"/>
            <a:ext cx="12188880" cy="4539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0" name="Rectangle 8" hidden="1"/>
          <p:cNvSpPr/>
          <p:nvPr/>
        </p:nvSpPr>
        <p:spPr>
          <a:xfrm>
            <a:off x="0" y="6334200"/>
            <a:ext cx="12188880" cy="62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0880" bIns="2088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cxnSp>
        <p:nvCxnSpPr>
          <p:cNvPr id="21" name="Straight Connector 9"/>
          <p:cNvCxnSpPr/>
          <p:nvPr/>
        </p:nvCxnSpPr>
        <p:spPr>
          <a:xfrm>
            <a:off x="1193400" y="1737720"/>
            <a:ext cx="9970200" cy="3240"/>
          </a:xfrm>
          <a:prstGeom prst="straightConnector1">
            <a:avLst/>
          </a:prstGeom>
          <a:ln w="6350">
            <a:solidFill>
              <a:srgbClr val="808080"/>
            </a:solidFill>
            <a:round/>
          </a:ln>
        </p:spPr>
      </p:cxnSp>
      <p:sp>
        <p:nvSpPr>
          <p:cNvPr id="22" name="Rectangle 6"/>
          <p:cNvSpPr/>
          <p:nvPr/>
        </p:nvSpPr>
        <p:spPr>
          <a:xfrm>
            <a:off x="3240" y="6400800"/>
            <a:ext cx="12185640" cy="4539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3" name="Rectangle 7"/>
          <p:cNvSpPr/>
          <p:nvPr/>
        </p:nvSpPr>
        <p:spPr>
          <a:xfrm>
            <a:off x="0" y="6334200"/>
            <a:ext cx="12185640" cy="608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19080" bIns="1908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4" name="PlaceHolder 1"/>
          <p:cNvSpPr>
            <a:spLocks noGrp="1"/>
          </p:cNvSpPr>
          <p:nvPr>
            <p:ph type="ftr" idx="7"/>
          </p:nvPr>
        </p:nvSpPr>
        <p:spPr>
          <a:xfrm>
            <a:off x="3686040" y="6459840"/>
            <a:ext cx="481968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s-E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s-E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sldNum" idx="8"/>
          </p:nvPr>
        </p:nvSpPr>
        <p:spPr>
          <a:xfrm>
            <a:off x="9900360" y="6459840"/>
            <a:ext cx="13089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050" strike="noStrike" u="none">
                <a:solidFill>
                  <a:srgbClr val="ffffff"/>
                </a:solidFill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472A885F-7427-416A-ADF2-AB5DA519CB7E}" type="slidenum">
              <a:rPr b="0" lang="en-US" sz="1050" strike="noStrike" u="none">
                <a:solidFill>
                  <a:srgbClr val="ffffff"/>
                </a:solidFill>
                <a:uFillTx/>
                <a:latin typeface="Calibri"/>
              </a:rPr>
              <a:t>1</a:t>
            </a:fld>
            <a:endParaRPr b="0" lang="es-ES" sz="105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dt" idx="9"/>
          </p:nvPr>
        </p:nvSpPr>
        <p:spPr>
          <a:xfrm>
            <a:off x="1097280" y="6459840"/>
            <a:ext cx="246888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s-E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s-E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s-E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6"/>
          <p:cNvSpPr/>
          <p:nvPr/>
        </p:nvSpPr>
        <p:spPr>
          <a:xfrm>
            <a:off x="0" y="6400800"/>
            <a:ext cx="12188880" cy="4539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8" name="Rectangle 8"/>
          <p:cNvSpPr/>
          <p:nvPr/>
        </p:nvSpPr>
        <p:spPr>
          <a:xfrm>
            <a:off x="0" y="6334200"/>
            <a:ext cx="12188880" cy="62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0880" bIns="2088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cxnSp>
        <p:nvCxnSpPr>
          <p:cNvPr id="29" name="Straight Connector 9"/>
          <p:cNvCxnSpPr/>
          <p:nvPr/>
        </p:nvCxnSpPr>
        <p:spPr>
          <a:xfrm>
            <a:off x="1193400" y="1737720"/>
            <a:ext cx="9970200" cy="3240"/>
          </a:xfrm>
          <a:prstGeom prst="straightConnector1">
            <a:avLst/>
          </a:prstGeom>
          <a:ln w="6350">
            <a:solidFill>
              <a:srgbClr val="808080"/>
            </a:solidFill>
            <a:round/>
          </a:ln>
        </p:spPr>
      </p:cxnSp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0640" cy="114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ftr" idx="10"/>
          </p:nvPr>
        </p:nvSpPr>
        <p:spPr>
          <a:xfrm>
            <a:off x="3686040" y="6459840"/>
            <a:ext cx="481968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s-E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s-E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sldNum" idx="11"/>
          </p:nvPr>
        </p:nvSpPr>
        <p:spPr>
          <a:xfrm>
            <a:off x="9900360" y="6459840"/>
            <a:ext cx="13089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050" strike="noStrike" u="none">
                <a:solidFill>
                  <a:srgbClr val="ffffff"/>
                </a:solidFill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9BF38929-3D64-4173-8AF2-EFB89610F37E}" type="slidenum">
              <a:rPr b="0" lang="en-US" sz="1050" strike="noStrike" u="none">
                <a:solidFill>
                  <a:srgbClr val="ffffff"/>
                </a:solidFill>
                <a:uFillTx/>
                <a:latin typeface="Calibri"/>
              </a:rPr>
              <a:t>1</a:t>
            </a:fld>
            <a:endParaRPr b="0" lang="es-ES" sz="105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 type="dt" idx="12"/>
          </p:nvPr>
        </p:nvSpPr>
        <p:spPr>
          <a:xfrm>
            <a:off x="1097280" y="6459840"/>
            <a:ext cx="246888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s-E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s-E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s-E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6"/>
          <p:cNvSpPr/>
          <p:nvPr/>
        </p:nvSpPr>
        <p:spPr>
          <a:xfrm>
            <a:off x="0" y="6400800"/>
            <a:ext cx="12188880" cy="4539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6" name="Rectangle 8"/>
          <p:cNvSpPr/>
          <p:nvPr/>
        </p:nvSpPr>
        <p:spPr>
          <a:xfrm>
            <a:off x="0" y="6334200"/>
            <a:ext cx="12188880" cy="62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0880" bIns="2088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cxnSp>
        <p:nvCxnSpPr>
          <p:cNvPr id="37" name="Straight Connector 9"/>
          <p:cNvCxnSpPr/>
          <p:nvPr/>
        </p:nvCxnSpPr>
        <p:spPr>
          <a:xfrm>
            <a:off x="1193400" y="1737720"/>
            <a:ext cx="9970200" cy="3240"/>
          </a:xfrm>
          <a:prstGeom prst="straightConnector1">
            <a:avLst/>
          </a:prstGeom>
          <a:ln w="6350">
            <a:solidFill>
              <a:srgbClr val="808080"/>
            </a:solidFill>
            <a:round/>
          </a:ln>
        </p:spPr>
      </p:cxnSp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0640" cy="114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200" cy="397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body"/>
          </p:nvPr>
        </p:nvSpPr>
        <p:spPr>
          <a:xfrm>
            <a:off x="6231240" y="1604520"/>
            <a:ext cx="5353200" cy="397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ftr" idx="13"/>
          </p:nvPr>
        </p:nvSpPr>
        <p:spPr>
          <a:xfrm>
            <a:off x="3686040" y="6459840"/>
            <a:ext cx="481968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s-E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1400" strike="noStrike" u="non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  <a:endParaRPr b="0" lang="es-E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sldNum" idx="14"/>
          </p:nvPr>
        </p:nvSpPr>
        <p:spPr>
          <a:xfrm>
            <a:off x="9900360" y="6459840"/>
            <a:ext cx="13089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050" strike="noStrike" u="none">
                <a:solidFill>
                  <a:srgbClr val="ffffff"/>
                </a:solidFill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14D050AA-66F5-452F-A382-26146F644F2E}" type="slidenum">
              <a:rPr b="0" lang="en-US" sz="1050" strike="noStrike" u="none">
                <a:solidFill>
                  <a:srgbClr val="ffffff"/>
                </a:solidFill>
                <a:uFillTx/>
                <a:latin typeface="Calibri"/>
              </a:rPr>
              <a:t>&lt;number&gt;</a:t>
            </a:fld>
            <a:endParaRPr b="0" lang="es-ES" sz="105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dt" idx="15"/>
          </p:nvPr>
        </p:nvSpPr>
        <p:spPr>
          <a:xfrm>
            <a:off x="1097280" y="6459840"/>
            <a:ext cx="246888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s-E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s-ES" sz="1400" strike="noStrike" u="none">
                <a:solidFill>
                  <a:srgbClr val="000000"/>
                </a:solidFill>
                <a:uFillTx/>
                <a:latin typeface="Times New Roman"/>
              </a:rPr>
              <a:t>&lt;date/time&gt;</a:t>
            </a:r>
            <a:endParaRPr b="0" lang="es-E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6"/>
          <p:cNvSpPr/>
          <p:nvPr/>
        </p:nvSpPr>
        <p:spPr>
          <a:xfrm>
            <a:off x="0" y="6400800"/>
            <a:ext cx="12188880" cy="4539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48" name="Rectangle 8"/>
          <p:cNvSpPr/>
          <p:nvPr/>
        </p:nvSpPr>
        <p:spPr>
          <a:xfrm>
            <a:off x="0" y="6334200"/>
            <a:ext cx="12188880" cy="62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0880" bIns="2088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cxnSp>
        <p:nvCxnSpPr>
          <p:cNvPr id="49" name="Straight Connector 9"/>
          <p:cNvCxnSpPr/>
          <p:nvPr/>
        </p:nvCxnSpPr>
        <p:spPr>
          <a:xfrm>
            <a:off x="1193400" y="1737720"/>
            <a:ext cx="9970200" cy="3240"/>
          </a:xfrm>
          <a:prstGeom prst="straightConnector1">
            <a:avLst/>
          </a:prstGeom>
          <a:ln w="6350">
            <a:solidFill>
              <a:srgbClr val="808080"/>
            </a:solidFill>
            <a:round/>
          </a:ln>
        </p:spPr>
      </p:cxnSp>
      <p:sp>
        <p:nvSpPr>
          <p:cNvPr id="50" name="PlaceHolder 1"/>
          <p:cNvSpPr>
            <a:spLocks noGrp="1"/>
          </p:cNvSpPr>
          <p:nvPr>
            <p:ph type="ftr" idx="16"/>
          </p:nvPr>
        </p:nvSpPr>
        <p:spPr>
          <a:xfrm>
            <a:off x="3686040" y="6459840"/>
            <a:ext cx="481968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s-E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1400" strike="noStrike" u="non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  <a:endParaRPr b="0" lang="es-E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sldNum" idx="17"/>
          </p:nvPr>
        </p:nvSpPr>
        <p:spPr>
          <a:xfrm>
            <a:off x="9900360" y="6459840"/>
            <a:ext cx="13089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050" strike="noStrike" u="none">
                <a:solidFill>
                  <a:srgbClr val="ffffff"/>
                </a:solidFill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A3980863-27C2-4AA6-9B24-3C0806CDBCFB}" type="slidenum">
              <a:rPr b="0" lang="en-US" sz="1050" strike="noStrike" u="none">
                <a:solidFill>
                  <a:srgbClr val="ffffff"/>
                </a:solidFill>
                <a:uFillTx/>
                <a:latin typeface="Calibri"/>
              </a:rPr>
              <a:t>&lt;number&gt;</a:t>
            </a:fld>
            <a:endParaRPr b="0" lang="es-ES" sz="105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dt" idx="18"/>
          </p:nvPr>
        </p:nvSpPr>
        <p:spPr>
          <a:xfrm>
            <a:off x="1097280" y="6459840"/>
            <a:ext cx="246888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s-E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s-ES" sz="1400" strike="noStrike" u="none">
                <a:solidFill>
                  <a:srgbClr val="000000"/>
                </a:solidFill>
                <a:uFillTx/>
                <a:latin typeface="Times New Roman"/>
              </a:rPr>
              <a:t>&lt;date/time&gt;</a:t>
            </a:r>
            <a:endParaRPr b="0" lang="es-E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Rectangle 6"/>
          <p:cNvSpPr/>
          <p:nvPr/>
        </p:nvSpPr>
        <p:spPr>
          <a:xfrm>
            <a:off x="0" y="6400800"/>
            <a:ext cx="12188880" cy="4539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54" name="Rectangle 8"/>
          <p:cNvSpPr/>
          <p:nvPr/>
        </p:nvSpPr>
        <p:spPr>
          <a:xfrm>
            <a:off x="0" y="6334200"/>
            <a:ext cx="12188880" cy="62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0880" bIns="2088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cxnSp>
        <p:nvCxnSpPr>
          <p:cNvPr id="55" name="Straight Connector 9"/>
          <p:cNvCxnSpPr/>
          <p:nvPr/>
        </p:nvCxnSpPr>
        <p:spPr>
          <a:xfrm>
            <a:off x="1193400" y="1737720"/>
            <a:ext cx="9970200" cy="3240"/>
          </a:xfrm>
          <a:prstGeom prst="straightConnector1">
            <a:avLst/>
          </a:prstGeom>
          <a:ln w="6350">
            <a:solidFill>
              <a:srgbClr val="808080"/>
            </a:solidFill>
            <a:round/>
          </a:ln>
        </p:spPr>
      </p:cxnSp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0640" cy="114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0640" cy="397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 type="ftr" idx="19"/>
          </p:nvPr>
        </p:nvSpPr>
        <p:spPr>
          <a:xfrm>
            <a:off x="3686040" y="6459840"/>
            <a:ext cx="481968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s-E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1400" strike="noStrike" u="non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  <a:endParaRPr b="0" lang="es-E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59" name="PlaceHolder 4"/>
          <p:cNvSpPr>
            <a:spLocks noGrp="1"/>
          </p:cNvSpPr>
          <p:nvPr>
            <p:ph type="sldNum" idx="20"/>
          </p:nvPr>
        </p:nvSpPr>
        <p:spPr>
          <a:xfrm>
            <a:off x="9900360" y="6459840"/>
            <a:ext cx="13089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050" strike="noStrike" u="none">
                <a:solidFill>
                  <a:srgbClr val="ffffff"/>
                </a:solidFill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4641F7CA-24C1-4B9C-8E95-C588B2C61323}" type="slidenum">
              <a:rPr b="0" lang="en-US" sz="1050" strike="noStrike" u="none">
                <a:solidFill>
                  <a:srgbClr val="ffffff"/>
                </a:solidFill>
                <a:uFillTx/>
                <a:latin typeface="Calibri"/>
              </a:rPr>
              <a:t>&lt;number&gt;</a:t>
            </a:fld>
            <a:endParaRPr b="0" lang="es-ES" sz="105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60" name="PlaceHolder 5"/>
          <p:cNvSpPr>
            <a:spLocks noGrp="1"/>
          </p:cNvSpPr>
          <p:nvPr>
            <p:ph type="dt" idx="21"/>
          </p:nvPr>
        </p:nvSpPr>
        <p:spPr>
          <a:xfrm>
            <a:off x="1097280" y="6459840"/>
            <a:ext cx="246888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s-E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s-ES" sz="1400" strike="noStrike" u="none">
                <a:solidFill>
                  <a:srgbClr val="000000"/>
                </a:solidFill>
                <a:uFillTx/>
                <a:latin typeface="Times New Roman"/>
              </a:rPr>
              <a:t>&lt;date/time&gt;</a:t>
            </a:r>
            <a:endParaRPr b="0" lang="es-E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Rectangle 6"/>
          <p:cNvSpPr/>
          <p:nvPr/>
        </p:nvSpPr>
        <p:spPr>
          <a:xfrm>
            <a:off x="0" y="6400800"/>
            <a:ext cx="12188880" cy="4539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64" name="Rectangle 8"/>
          <p:cNvSpPr/>
          <p:nvPr/>
        </p:nvSpPr>
        <p:spPr>
          <a:xfrm>
            <a:off x="0" y="6334200"/>
            <a:ext cx="12188880" cy="62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0880" bIns="2088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cxnSp>
        <p:nvCxnSpPr>
          <p:cNvPr id="65" name="Straight Connector 9"/>
          <p:cNvCxnSpPr/>
          <p:nvPr/>
        </p:nvCxnSpPr>
        <p:spPr>
          <a:xfrm>
            <a:off x="1193400" y="1737720"/>
            <a:ext cx="9970200" cy="3240"/>
          </a:xfrm>
          <a:prstGeom prst="straightConnector1">
            <a:avLst/>
          </a:prstGeom>
          <a:ln w="6350">
            <a:solidFill>
              <a:srgbClr val="808080"/>
            </a:solidFill>
            <a:round/>
          </a:ln>
        </p:spPr>
      </p:cxnSp>
      <p:sp>
        <p:nvSpPr>
          <p:cNvPr id="66" name="PlaceHolder 1"/>
          <p:cNvSpPr>
            <a:spLocks noGrp="1"/>
          </p:cNvSpPr>
          <p:nvPr>
            <p:ph type="ftr" idx="22"/>
          </p:nvPr>
        </p:nvSpPr>
        <p:spPr>
          <a:xfrm>
            <a:off x="3686040" y="6459840"/>
            <a:ext cx="481968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s-E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1400" strike="noStrike" u="non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  <a:endParaRPr b="0" lang="es-E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 type="sldNum" idx="23"/>
          </p:nvPr>
        </p:nvSpPr>
        <p:spPr>
          <a:xfrm>
            <a:off x="9900360" y="6459840"/>
            <a:ext cx="13089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050" strike="noStrike" u="none">
                <a:solidFill>
                  <a:srgbClr val="ffffff"/>
                </a:solidFill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9DAE7E86-E22C-4A11-9FD7-7C4BB161BAF3}" type="slidenum">
              <a:rPr b="0" lang="en-US" sz="1050" strike="noStrike" u="none">
                <a:solidFill>
                  <a:srgbClr val="ffffff"/>
                </a:solidFill>
                <a:uFillTx/>
                <a:latin typeface="Calibri"/>
              </a:rPr>
              <a:t>&lt;number&gt;</a:t>
            </a:fld>
            <a:endParaRPr b="0" lang="es-ES" sz="105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 type="dt" idx="24"/>
          </p:nvPr>
        </p:nvSpPr>
        <p:spPr>
          <a:xfrm>
            <a:off x="1097280" y="6459840"/>
            <a:ext cx="246888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s-E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s-ES" sz="1400" strike="noStrike" u="none">
                <a:solidFill>
                  <a:srgbClr val="000000"/>
                </a:solidFill>
                <a:uFillTx/>
                <a:latin typeface="Times New Roman"/>
              </a:rPr>
              <a:t>&lt;date/time&gt;</a:t>
            </a:r>
            <a:endParaRPr b="0" lang="es-E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Rectangle 6"/>
          <p:cNvSpPr/>
          <p:nvPr/>
        </p:nvSpPr>
        <p:spPr>
          <a:xfrm>
            <a:off x="0" y="6400800"/>
            <a:ext cx="12188880" cy="4539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70" name="Rectangle 8"/>
          <p:cNvSpPr/>
          <p:nvPr/>
        </p:nvSpPr>
        <p:spPr>
          <a:xfrm>
            <a:off x="0" y="6334200"/>
            <a:ext cx="12188880" cy="62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0880" bIns="2088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cxnSp>
        <p:nvCxnSpPr>
          <p:cNvPr id="71" name="Straight Connector 9"/>
          <p:cNvCxnSpPr/>
          <p:nvPr/>
        </p:nvCxnSpPr>
        <p:spPr>
          <a:xfrm>
            <a:off x="1193400" y="1737720"/>
            <a:ext cx="9970200" cy="3240"/>
          </a:xfrm>
          <a:prstGeom prst="straightConnector1">
            <a:avLst/>
          </a:prstGeom>
          <a:ln w="6350">
            <a:solidFill>
              <a:srgbClr val="808080"/>
            </a:solidFill>
            <a:round/>
          </a:ln>
        </p:spPr>
      </p:cxnSp>
      <p:sp>
        <p:nvSpPr>
          <p:cNvPr id="72" name="PlaceHolder 1"/>
          <p:cNvSpPr>
            <a:spLocks noGrp="1"/>
          </p:cNvSpPr>
          <p:nvPr>
            <p:ph type="ftr" idx="25"/>
          </p:nvPr>
        </p:nvSpPr>
        <p:spPr>
          <a:xfrm>
            <a:off x="3686040" y="6459840"/>
            <a:ext cx="481968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s-E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s-E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 type="sldNum" idx="26"/>
          </p:nvPr>
        </p:nvSpPr>
        <p:spPr>
          <a:xfrm>
            <a:off x="9900360" y="6459840"/>
            <a:ext cx="13089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050" strike="noStrike" u="none">
                <a:solidFill>
                  <a:srgbClr val="ffffff"/>
                </a:solidFill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97112518-271E-4FBD-820F-5FF34B332066}" type="slidenum">
              <a:rPr b="0" lang="en-US" sz="1050" strike="noStrike" u="none">
                <a:solidFill>
                  <a:srgbClr val="ffffff"/>
                </a:solidFill>
                <a:uFillTx/>
                <a:latin typeface="Calibri"/>
              </a:rPr>
              <a:t>1</a:t>
            </a:fld>
            <a:endParaRPr b="0" lang="es-ES" sz="105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74" name="PlaceHolder 3"/>
          <p:cNvSpPr>
            <a:spLocks noGrp="1"/>
          </p:cNvSpPr>
          <p:nvPr>
            <p:ph type="dt" idx="27"/>
          </p:nvPr>
        </p:nvSpPr>
        <p:spPr>
          <a:xfrm>
            <a:off x="1097280" y="6459840"/>
            <a:ext cx="246888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s-E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s-E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s-E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Rectangle 6"/>
          <p:cNvSpPr/>
          <p:nvPr/>
        </p:nvSpPr>
        <p:spPr>
          <a:xfrm>
            <a:off x="0" y="6400800"/>
            <a:ext cx="12188880" cy="4539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76" name="Rectangle 8"/>
          <p:cNvSpPr/>
          <p:nvPr/>
        </p:nvSpPr>
        <p:spPr>
          <a:xfrm>
            <a:off x="0" y="6334200"/>
            <a:ext cx="12188880" cy="62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0880" bIns="2088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cxnSp>
        <p:nvCxnSpPr>
          <p:cNvPr id="77" name="Straight Connector 9"/>
          <p:cNvCxnSpPr/>
          <p:nvPr/>
        </p:nvCxnSpPr>
        <p:spPr>
          <a:xfrm>
            <a:off x="1193400" y="1737720"/>
            <a:ext cx="9970200" cy="3240"/>
          </a:xfrm>
          <a:prstGeom prst="straightConnector1">
            <a:avLst/>
          </a:prstGeom>
          <a:ln w="6350">
            <a:solidFill>
              <a:srgbClr val="808080"/>
            </a:solidFill>
            <a:round/>
          </a:ln>
        </p:spPr>
      </p:cxnSp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0640" cy="114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 type="ftr" idx="28"/>
          </p:nvPr>
        </p:nvSpPr>
        <p:spPr>
          <a:xfrm>
            <a:off x="3686040" y="6459840"/>
            <a:ext cx="481968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s-E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s-E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80" name="PlaceHolder 3"/>
          <p:cNvSpPr>
            <a:spLocks noGrp="1"/>
          </p:cNvSpPr>
          <p:nvPr>
            <p:ph type="sldNum" idx="29"/>
          </p:nvPr>
        </p:nvSpPr>
        <p:spPr>
          <a:xfrm>
            <a:off x="9900360" y="6459840"/>
            <a:ext cx="13089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050" strike="noStrike" u="none">
                <a:solidFill>
                  <a:srgbClr val="ffffff"/>
                </a:solidFill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18D0A582-FC3B-4553-97AA-826A7BD33806}" type="slidenum">
              <a:rPr b="0" lang="en-US" sz="1050" strike="noStrike" u="none">
                <a:solidFill>
                  <a:srgbClr val="ffffff"/>
                </a:solidFill>
                <a:uFillTx/>
                <a:latin typeface="Calibri"/>
              </a:rPr>
              <a:t>1</a:t>
            </a:fld>
            <a:endParaRPr b="0" lang="es-ES" sz="105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81" name="PlaceHolder 4"/>
          <p:cNvSpPr>
            <a:spLocks noGrp="1"/>
          </p:cNvSpPr>
          <p:nvPr>
            <p:ph type="dt" idx="30"/>
          </p:nvPr>
        </p:nvSpPr>
        <p:spPr>
          <a:xfrm>
            <a:off x="1097280" y="6459840"/>
            <a:ext cx="246888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s-E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s-E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s-E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Rectangle 6"/>
          <p:cNvSpPr/>
          <p:nvPr/>
        </p:nvSpPr>
        <p:spPr>
          <a:xfrm>
            <a:off x="0" y="6400800"/>
            <a:ext cx="12188880" cy="4539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85" name="Rectangle 8"/>
          <p:cNvSpPr/>
          <p:nvPr/>
        </p:nvSpPr>
        <p:spPr>
          <a:xfrm>
            <a:off x="0" y="6334200"/>
            <a:ext cx="12188880" cy="62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0880" bIns="2088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cxnSp>
        <p:nvCxnSpPr>
          <p:cNvPr id="86" name="Straight Connector 9"/>
          <p:cNvCxnSpPr/>
          <p:nvPr/>
        </p:nvCxnSpPr>
        <p:spPr>
          <a:xfrm>
            <a:off x="1193400" y="1737720"/>
            <a:ext cx="9970200" cy="3240"/>
          </a:xfrm>
          <a:prstGeom prst="straightConnector1">
            <a:avLst/>
          </a:prstGeom>
          <a:ln w="6350">
            <a:solidFill>
              <a:srgbClr val="808080"/>
            </a:solidFill>
            <a:round/>
          </a:ln>
        </p:spPr>
      </p:cxnSp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0640" cy="114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 type="ftr" idx="31"/>
          </p:nvPr>
        </p:nvSpPr>
        <p:spPr>
          <a:xfrm>
            <a:off x="3686040" y="6459840"/>
            <a:ext cx="481968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s-E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s-E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 type="sldNum" idx="32"/>
          </p:nvPr>
        </p:nvSpPr>
        <p:spPr>
          <a:xfrm>
            <a:off x="9900360" y="6459840"/>
            <a:ext cx="13089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050" strike="noStrike" u="none">
                <a:solidFill>
                  <a:srgbClr val="ffffff"/>
                </a:solidFill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5CB1D532-BDD1-47B5-81DF-B4E31CFC5D29}" type="slidenum">
              <a:rPr b="0" lang="en-US" sz="1050" strike="noStrike" u="none">
                <a:solidFill>
                  <a:srgbClr val="ffffff"/>
                </a:solidFill>
                <a:uFillTx/>
                <a:latin typeface="Calibri"/>
              </a:rPr>
              <a:t>1</a:t>
            </a:fld>
            <a:endParaRPr b="0" lang="es-ES" sz="105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 type="dt" idx="33"/>
          </p:nvPr>
        </p:nvSpPr>
        <p:spPr>
          <a:xfrm>
            <a:off x="1097280" y="6459840"/>
            <a:ext cx="246888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s-E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s-E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s-E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Rectangle 6"/>
          <p:cNvSpPr/>
          <p:nvPr/>
        </p:nvSpPr>
        <p:spPr>
          <a:xfrm>
            <a:off x="0" y="6400800"/>
            <a:ext cx="12188880" cy="4539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93" name="Rectangle 8"/>
          <p:cNvSpPr/>
          <p:nvPr/>
        </p:nvSpPr>
        <p:spPr>
          <a:xfrm>
            <a:off x="0" y="6334200"/>
            <a:ext cx="12188880" cy="62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0880" bIns="2088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cxnSp>
        <p:nvCxnSpPr>
          <p:cNvPr id="94" name="Straight Connector 9"/>
          <p:cNvCxnSpPr/>
          <p:nvPr/>
        </p:nvCxnSpPr>
        <p:spPr>
          <a:xfrm>
            <a:off x="1193400" y="1737720"/>
            <a:ext cx="9970200" cy="3240"/>
          </a:xfrm>
          <a:prstGeom prst="straightConnector1">
            <a:avLst/>
          </a:prstGeom>
          <a:ln w="6350">
            <a:solidFill>
              <a:srgbClr val="808080"/>
            </a:solidFill>
            <a:round/>
          </a:ln>
        </p:spPr>
      </p:cxnSp>
      <p:sp>
        <p:nvSpPr>
          <p:cNvPr id="95" name="PlaceHolder 1"/>
          <p:cNvSpPr>
            <a:spLocks noGrp="1"/>
          </p:cNvSpPr>
          <p:nvPr>
            <p:ph type="ftr" idx="34"/>
          </p:nvPr>
        </p:nvSpPr>
        <p:spPr>
          <a:xfrm>
            <a:off x="3686040" y="6459840"/>
            <a:ext cx="481968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s-E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s-E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96" name="PlaceHolder 2"/>
          <p:cNvSpPr>
            <a:spLocks noGrp="1"/>
          </p:cNvSpPr>
          <p:nvPr>
            <p:ph type="sldNum" idx="35"/>
          </p:nvPr>
        </p:nvSpPr>
        <p:spPr>
          <a:xfrm>
            <a:off x="9900360" y="6459840"/>
            <a:ext cx="13089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050" strike="noStrike" u="none">
                <a:solidFill>
                  <a:srgbClr val="ffffff"/>
                </a:solidFill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FF27A987-C222-4C7A-8C56-034ECB1EFD7F}" type="slidenum">
              <a:rPr b="0" lang="en-US" sz="1050" strike="noStrike" u="none">
                <a:solidFill>
                  <a:srgbClr val="ffffff"/>
                </a:solidFill>
                <a:uFillTx/>
                <a:latin typeface="Calibri"/>
              </a:rPr>
              <a:t>1</a:t>
            </a:fld>
            <a:endParaRPr b="0" lang="es-ES" sz="105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97" name="PlaceHolder 3"/>
          <p:cNvSpPr>
            <a:spLocks noGrp="1"/>
          </p:cNvSpPr>
          <p:nvPr>
            <p:ph type="dt" idx="36"/>
          </p:nvPr>
        </p:nvSpPr>
        <p:spPr>
          <a:xfrm>
            <a:off x="1097280" y="6459840"/>
            <a:ext cx="246888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s-E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s-E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s-E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1" r:id="rId2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Rectangle 6"/>
          <p:cNvSpPr/>
          <p:nvPr/>
        </p:nvSpPr>
        <p:spPr>
          <a:xfrm>
            <a:off x="0" y="6400800"/>
            <a:ext cx="12188880" cy="4539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99" name="Rectangle 8"/>
          <p:cNvSpPr/>
          <p:nvPr/>
        </p:nvSpPr>
        <p:spPr>
          <a:xfrm>
            <a:off x="0" y="6334200"/>
            <a:ext cx="12188880" cy="62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0880" bIns="2088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cxnSp>
        <p:nvCxnSpPr>
          <p:cNvPr id="100" name="Straight Connector 9"/>
          <p:cNvCxnSpPr/>
          <p:nvPr/>
        </p:nvCxnSpPr>
        <p:spPr>
          <a:xfrm>
            <a:off x="1193400" y="1737720"/>
            <a:ext cx="9970200" cy="3240"/>
          </a:xfrm>
          <a:prstGeom prst="straightConnector1">
            <a:avLst/>
          </a:prstGeom>
          <a:ln w="6350">
            <a:solidFill>
              <a:srgbClr val="808080"/>
            </a:solidFill>
            <a:round/>
          </a:ln>
        </p:spPr>
      </p:cxnSp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0640" cy="114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0640" cy="397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3" name="PlaceHolder 3"/>
          <p:cNvSpPr>
            <a:spLocks noGrp="1"/>
          </p:cNvSpPr>
          <p:nvPr>
            <p:ph type="ftr" idx="37"/>
          </p:nvPr>
        </p:nvSpPr>
        <p:spPr>
          <a:xfrm>
            <a:off x="3686040" y="6459840"/>
            <a:ext cx="481968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s-E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1400" strike="noStrike" u="non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  <a:endParaRPr b="0" lang="es-E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04" name="PlaceHolder 4"/>
          <p:cNvSpPr>
            <a:spLocks noGrp="1"/>
          </p:cNvSpPr>
          <p:nvPr>
            <p:ph type="sldNum" idx="38"/>
          </p:nvPr>
        </p:nvSpPr>
        <p:spPr>
          <a:xfrm>
            <a:off x="9900360" y="6459840"/>
            <a:ext cx="13089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050" strike="noStrike" u="none">
                <a:solidFill>
                  <a:srgbClr val="ffffff"/>
                </a:solidFill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0C3960C5-A4DA-4EC6-9092-9AFBC6A5B116}" type="slidenum">
              <a:rPr b="0" lang="en-US" sz="1050" strike="noStrike" u="none">
                <a:solidFill>
                  <a:srgbClr val="ffffff"/>
                </a:solidFill>
                <a:uFillTx/>
                <a:latin typeface="Calibri"/>
              </a:rPr>
              <a:t>&lt;number&gt;</a:t>
            </a:fld>
            <a:endParaRPr b="0" lang="es-ES" sz="105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05" name="PlaceHolder 5"/>
          <p:cNvSpPr>
            <a:spLocks noGrp="1"/>
          </p:cNvSpPr>
          <p:nvPr>
            <p:ph type="dt" idx="39"/>
          </p:nvPr>
        </p:nvSpPr>
        <p:spPr>
          <a:xfrm>
            <a:off x="1097280" y="6459840"/>
            <a:ext cx="246888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s-E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s-ES" sz="1400" strike="noStrike" u="none">
                <a:solidFill>
                  <a:srgbClr val="000000"/>
                </a:solidFill>
                <a:uFillTx/>
                <a:latin typeface="Times New Roman"/>
              </a:rPr>
              <a:t>&lt;date/time&gt;</a:t>
            </a:r>
            <a:endParaRPr b="0" lang="es-E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2"/>
  </p:sldLayoutIdLst>
</p:sldMaster>
</file>

<file path=ppt/slideMasters/slideMaster1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Rectangle 6"/>
          <p:cNvSpPr/>
          <p:nvPr/>
        </p:nvSpPr>
        <p:spPr>
          <a:xfrm>
            <a:off x="0" y="6400800"/>
            <a:ext cx="12188880" cy="4539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09" name="Rectangle 8"/>
          <p:cNvSpPr/>
          <p:nvPr/>
        </p:nvSpPr>
        <p:spPr>
          <a:xfrm>
            <a:off x="0" y="6334200"/>
            <a:ext cx="12188880" cy="62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0880" bIns="2088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cxnSp>
        <p:nvCxnSpPr>
          <p:cNvPr id="110" name="Straight Connector 9"/>
          <p:cNvCxnSpPr/>
          <p:nvPr/>
        </p:nvCxnSpPr>
        <p:spPr>
          <a:xfrm>
            <a:off x="1193400" y="1737720"/>
            <a:ext cx="9970200" cy="3240"/>
          </a:xfrm>
          <a:prstGeom prst="straightConnector1">
            <a:avLst/>
          </a:prstGeom>
          <a:ln w="6350">
            <a:solidFill>
              <a:srgbClr val="808080"/>
            </a:solidFill>
            <a:round/>
          </a:ln>
        </p:spPr>
      </p:cxnSp>
      <p:sp>
        <p:nvSpPr>
          <p:cNvPr id="111" name="PlaceHolder 1"/>
          <p:cNvSpPr>
            <a:spLocks noGrp="1"/>
          </p:cNvSpPr>
          <p:nvPr>
            <p:ph type="ftr" idx="40"/>
          </p:nvPr>
        </p:nvSpPr>
        <p:spPr>
          <a:xfrm>
            <a:off x="3686040" y="6459840"/>
            <a:ext cx="481968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s-E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1400" strike="noStrike" u="non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  <a:endParaRPr b="0" lang="es-E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12" name="PlaceHolder 2"/>
          <p:cNvSpPr>
            <a:spLocks noGrp="1"/>
          </p:cNvSpPr>
          <p:nvPr>
            <p:ph type="sldNum" idx="41"/>
          </p:nvPr>
        </p:nvSpPr>
        <p:spPr>
          <a:xfrm>
            <a:off x="9900360" y="6459840"/>
            <a:ext cx="13089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050" strike="noStrike" u="none">
                <a:solidFill>
                  <a:srgbClr val="ffffff"/>
                </a:solidFill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DAD7B466-0412-491E-8F58-0C34D3670B4D}" type="slidenum">
              <a:rPr b="0" lang="en-US" sz="1050" strike="noStrike" u="none">
                <a:solidFill>
                  <a:srgbClr val="ffffff"/>
                </a:solidFill>
                <a:uFillTx/>
                <a:latin typeface="Calibri"/>
              </a:rPr>
              <a:t>&lt;number&gt;</a:t>
            </a:fld>
            <a:endParaRPr b="0" lang="es-ES" sz="105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13" name="PlaceHolder 3"/>
          <p:cNvSpPr>
            <a:spLocks noGrp="1"/>
          </p:cNvSpPr>
          <p:nvPr>
            <p:ph type="dt" idx="42"/>
          </p:nvPr>
        </p:nvSpPr>
        <p:spPr>
          <a:xfrm>
            <a:off x="1097280" y="6459840"/>
            <a:ext cx="246888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s-E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s-ES" sz="1400" strike="noStrike" u="none">
                <a:solidFill>
                  <a:srgbClr val="000000"/>
                </a:solidFill>
                <a:uFillTx/>
                <a:latin typeface="Times New Roman"/>
              </a:rPr>
              <a:t>&lt;date/time&gt;</a:t>
            </a:r>
            <a:endParaRPr b="0" lang="es-E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2"/>
  </p:sldLayoutIdLst>
</p:sldMaster>
</file>

<file path=ppt/slideMasters/slideMaster1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Rectangle 6"/>
          <p:cNvSpPr/>
          <p:nvPr/>
        </p:nvSpPr>
        <p:spPr>
          <a:xfrm>
            <a:off x="0" y="6400800"/>
            <a:ext cx="12188880" cy="4539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15" name="Rectangle 8"/>
          <p:cNvSpPr/>
          <p:nvPr/>
        </p:nvSpPr>
        <p:spPr>
          <a:xfrm>
            <a:off x="0" y="6334200"/>
            <a:ext cx="12188880" cy="62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0880" bIns="2088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cxnSp>
        <p:nvCxnSpPr>
          <p:cNvPr id="116" name="Straight Connector 9"/>
          <p:cNvCxnSpPr/>
          <p:nvPr/>
        </p:nvCxnSpPr>
        <p:spPr>
          <a:xfrm>
            <a:off x="1193400" y="1737720"/>
            <a:ext cx="9970200" cy="3240"/>
          </a:xfrm>
          <a:prstGeom prst="straightConnector1">
            <a:avLst/>
          </a:prstGeom>
          <a:ln w="6350">
            <a:solidFill>
              <a:srgbClr val="808080"/>
            </a:solidFill>
            <a:round/>
          </a:ln>
        </p:spPr>
      </p:cxnSp>
      <p:sp>
        <p:nvSpPr>
          <p:cNvPr id="11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0640" cy="114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200" cy="397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9" name="PlaceHolder 3"/>
          <p:cNvSpPr>
            <a:spLocks noGrp="1"/>
          </p:cNvSpPr>
          <p:nvPr>
            <p:ph type="body"/>
          </p:nvPr>
        </p:nvSpPr>
        <p:spPr>
          <a:xfrm>
            <a:off x="6231240" y="1604520"/>
            <a:ext cx="5353200" cy="397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0" name="PlaceHolder 4"/>
          <p:cNvSpPr>
            <a:spLocks noGrp="1"/>
          </p:cNvSpPr>
          <p:nvPr>
            <p:ph type="ftr" idx="43"/>
          </p:nvPr>
        </p:nvSpPr>
        <p:spPr>
          <a:xfrm>
            <a:off x="3686040" y="6459840"/>
            <a:ext cx="481968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s-E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1400" strike="noStrike" u="non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  <a:endParaRPr b="0" lang="es-E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21" name="PlaceHolder 5"/>
          <p:cNvSpPr>
            <a:spLocks noGrp="1"/>
          </p:cNvSpPr>
          <p:nvPr>
            <p:ph type="sldNum" idx="44"/>
          </p:nvPr>
        </p:nvSpPr>
        <p:spPr>
          <a:xfrm>
            <a:off x="9900360" y="6459840"/>
            <a:ext cx="13089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050" strike="noStrike" u="none">
                <a:solidFill>
                  <a:srgbClr val="ffffff"/>
                </a:solidFill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ACE94096-F8B4-4466-B4D0-E428D92BB7C7}" type="slidenum">
              <a:rPr b="0" lang="en-US" sz="1050" strike="noStrike" u="none">
                <a:solidFill>
                  <a:srgbClr val="ffffff"/>
                </a:solidFill>
                <a:uFillTx/>
                <a:latin typeface="Calibri"/>
              </a:rPr>
              <a:t>&lt;number&gt;</a:t>
            </a:fld>
            <a:endParaRPr b="0" lang="es-ES" sz="105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22" name="PlaceHolder 6"/>
          <p:cNvSpPr>
            <a:spLocks noGrp="1"/>
          </p:cNvSpPr>
          <p:nvPr>
            <p:ph type="dt" idx="45"/>
          </p:nvPr>
        </p:nvSpPr>
        <p:spPr>
          <a:xfrm>
            <a:off x="1097280" y="6459840"/>
            <a:ext cx="246888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s-E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s-ES" sz="1400" strike="noStrike" u="none">
                <a:solidFill>
                  <a:srgbClr val="000000"/>
                </a:solidFill>
                <a:uFillTx/>
                <a:latin typeface="Times New Roman"/>
              </a:rPr>
              <a:t>&lt;date/time&gt;</a:t>
            </a:r>
            <a:endParaRPr b="0" lang="es-E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2"/>
  </p:sldLayoutIdLst>
</p:sldMaster>
</file>

<file path=ppt/slideMasters/slideMaster1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Rectangle 6"/>
          <p:cNvSpPr/>
          <p:nvPr/>
        </p:nvSpPr>
        <p:spPr>
          <a:xfrm>
            <a:off x="0" y="6400800"/>
            <a:ext cx="12188880" cy="4539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27" name="Rectangle 8"/>
          <p:cNvSpPr/>
          <p:nvPr/>
        </p:nvSpPr>
        <p:spPr>
          <a:xfrm>
            <a:off x="0" y="6334200"/>
            <a:ext cx="12188880" cy="62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0880" bIns="2088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cxnSp>
        <p:nvCxnSpPr>
          <p:cNvPr id="128" name="Straight Connector 9"/>
          <p:cNvCxnSpPr/>
          <p:nvPr/>
        </p:nvCxnSpPr>
        <p:spPr>
          <a:xfrm>
            <a:off x="1193400" y="1737720"/>
            <a:ext cx="9970200" cy="3240"/>
          </a:xfrm>
          <a:prstGeom prst="straightConnector1">
            <a:avLst/>
          </a:prstGeom>
          <a:ln w="6350">
            <a:solidFill>
              <a:srgbClr val="808080"/>
            </a:solidFill>
            <a:round/>
          </a:ln>
        </p:spPr>
      </p:cxnSp>
      <p:sp>
        <p:nvSpPr>
          <p:cNvPr id="12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0640" cy="114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0" name="PlaceHolder 2"/>
          <p:cNvSpPr>
            <a:spLocks noGrp="1"/>
          </p:cNvSpPr>
          <p:nvPr>
            <p:ph type="ftr" idx="46"/>
          </p:nvPr>
        </p:nvSpPr>
        <p:spPr>
          <a:xfrm>
            <a:off x="3686040" y="6459840"/>
            <a:ext cx="481968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s-E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1400" strike="noStrike" u="non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  <a:endParaRPr b="0" lang="es-E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31" name="PlaceHolder 3"/>
          <p:cNvSpPr>
            <a:spLocks noGrp="1"/>
          </p:cNvSpPr>
          <p:nvPr>
            <p:ph type="sldNum" idx="47"/>
          </p:nvPr>
        </p:nvSpPr>
        <p:spPr>
          <a:xfrm>
            <a:off x="9900360" y="6459840"/>
            <a:ext cx="13089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050" strike="noStrike" u="none">
                <a:solidFill>
                  <a:srgbClr val="ffffff"/>
                </a:solidFill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2FF19F11-2438-4F7F-BF04-7162A6F7ADAC}" type="slidenum">
              <a:rPr b="0" lang="en-US" sz="1050" strike="noStrike" u="none">
                <a:solidFill>
                  <a:srgbClr val="ffffff"/>
                </a:solidFill>
                <a:uFillTx/>
                <a:latin typeface="Calibri"/>
              </a:rPr>
              <a:t>&lt;number&gt;</a:t>
            </a:fld>
            <a:endParaRPr b="0" lang="es-ES" sz="105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32" name="PlaceHolder 4"/>
          <p:cNvSpPr>
            <a:spLocks noGrp="1"/>
          </p:cNvSpPr>
          <p:nvPr>
            <p:ph type="dt" idx="48"/>
          </p:nvPr>
        </p:nvSpPr>
        <p:spPr>
          <a:xfrm>
            <a:off x="1097280" y="6459840"/>
            <a:ext cx="246888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s-E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s-ES" sz="1400" strike="noStrike" u="none">
                <a:solidFill>
                  <a:srgbClr val="000000"/>
                </a:solidFill>
                <a:uFillTx/>
                <a:latin typeface="Times New Roman"/>
              </a:rPr>
              <a:t>&lt;date/time&gt;</a:t>
            </a:r>
            <a:endParaRPr b="0" lang="es-E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9" r:id="rId2"/>
  </p:sldLayoutIdLst>
</p:sldMaster>
</file>

<file path=ppt/slideMasters/slideMaster1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Rectangle 6"/>
          <p:cNvSpPr/>
          <p:nvPr/>
        </p:nvSpPr>
        <p:spPr>
          <a:xfrm>
            <a:off x="0" y="6400800"/>
            <a:ext cx="12188880" cy="4539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36" name="Rectangle 8"/>
          <p:cNvSpPr/>
          <p:nvPr/>
        </p:nvSpPr>
        <p:spPr>
          <a:xfrm>
            <a:off x="0" y="6334200"/>
            <a:ext cx="12188880" cy="62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0880" bIns="2088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cxnSp>
        <p:nvCxnSpPr>
          <p:cNvPr id="137" name="Straight Connector 9"/>
          <p:cNvCxnSpPr/>
          <p:nvPr/>
        </p:nvCxnSpPr>
        <p:spPr>
          <a:xfrm>
            <a:off x="1193400" y="1737720"/>
            <a:ext cx="9970200" cy="3240"/>
          </a:xfrm>
          <a:prstGeom prst="straightConnector1">
            <a:avLst/>
          </a:prstGeom>
          <a:ln w="6350">
            <a:solidFill>
              <a:srgbClr val="808080"/>
            </a:solidFill>
            <a:round/>
          </a:ln>
        </p:spPr>
      </p:cxnSp>
      <p:sp>
        <p:nvSpPr>
          <p:cNvPr id="138" name="PlaceHolder 1"/>
          <p:cNvSpPr>
            <a:spLocks noGrp="1"/>
          </p:cNvSpPr>
          <p:nvPr>
            <p:ph type="ftr" idx="49"/>
          </p:nvPr>
        </p:nvSpPr>
        <p:spPr>
          <a:xfrm>
            <a:off x="3686040" y="6459840"/>
            <a:ext cx="481968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s-E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s-E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39" name="PlaceHolder 2"/>
          <p:cNvSpPr>
            <a:spLocks noGrp="1"/>
          </p:cNvSpPr>
          <p:nvPr>
            <p:ph type="sldNum" idx="50"/>
          </p:nvPr>
        </p:nvSpPr>
        <p:spPr>
          <a:xfrm>
            <a:off x="9900360" y="6459840"/>
            <a:ext cx="13089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050" strike="noStrike" u="none">
                <a:solidFill>
                  <a:srgbClr val="ffffff"/>
                </a:solidFill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0C02ED04-A86D-4612-AE9F-3E096CC3557B}" type="slidenum">
              <a:rPr b="0" lang="en-US" sz="1050" strike="noStrike" u="none">
                <a:solidFill>
                  <a:srgbClr val="ffffff"/>
                </a:solidFill>
                <a:uFillTx/>
                <a:latin typeface="Calibri"/>
              </a:rPr>
              <a:t>1</a:t>
            </a:fld>
            <a:endParaRPr b="0" lang="es-ES" sz="105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40" name="PlaceHolder 3"/>
          <p:cNvSpPr>
            <a:spLocks noGrp="1"/>
          </p:cNvSpPr>
          <p:nvPr>
            <p:ph type="dt" idx="51"/>
          </p:nvPr>
        </p:nvSpPr>
        <p:spPr>
          <a:xfrm>
            <a:off x="1097280" y="6459840"/>
            <a:ext cx="246888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s-E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s-E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s-E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1" r:id="rId2"/>
  </p:sldLayoutIdLst>
</p:sldMaster>
</file>

<file path=ppt/slideMasters/slideMaster1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Rectangle 6"/>
          <p:cNvSpPr/>
          <p:nvPr/>
        </p:nvSpPr>
        <p:spPr>
          <a:xfrm>
            <a:off x="0" y="6400800"/>
            <a:ext cx="12188880" cy="4539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42" name="Rectangle 8"/>
          <p:cNvSpPr/>
          <p:nvPr/>
        </p:nvSpPr>
        <p:spPr>
          <a:xfrm>
            <a:off x="0" y="6334200"/>
            <a:ext cx="12188880" cy="62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0880" bIns="2088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cxnSp>
        <p:nvCxnSpPr>
          <p:cNvPr id="143" name="Straight Connector 9"/>
          <p:cNvCxnSpPr/>
          <p:nvPr/>
        </p:nvCxnSpPr>
        <p:spPr>
          <a:xfrm>
            <a:off x="1193400" y="1737720"/>
            <a:ext cx="9970200" cy="3240"/>
          </a:xfrm>
          <a:prstGeom prst="straightConnector1">
            <a:avLst/>
          </a:prstGeom>
          <a:ln w="6350">
            <a:solidFill>
              <a:srgbClr val="808080"/>
            </a:solidFill>
            <a:round/>
          </a:ln>
        </p:spPr>
      </p:cxnSp>
      <p:sp>
        <p:nvSpPr>
          <p:cNvPr id="14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0640" cy="114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4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0640" cy="397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46" name="PlaceHolder 3"/>
          <p:cNvSpPr>
            <a:spLocks noGrp="1"/>
          </p:cNvSpPr>
          <p:nvPr>
            <p:ph type="ftr" idx="52"/>
          </p:nvPr>
        </p:nvSpPr>
        <p:spPr>
          <a:xfrm>
            <a:off x="3686040" y="6459840"/>
            <a:ext cx="481968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s-E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1400" strike="noStrike" u="non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  <a:endParaRPr b="0" lang="es-E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47" name="PlaceHolder 4"/>
          <p:cNvSpPr>
            <a:spLocks noGrp="1"/>
          </p:cNvSpPr>
          <p:nvPr>
            <p:ph type="sldNum" idx="53"/>
          </p:nvPr>
        </p:nvSpPr>
        <p:spPr>
          <a:xfrm>
            <a:off x="9900360" y="6459840"/>
            <a:ext cx="13089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050" strike="noStrike" u="none">
                <a:solidFill>
                  <a:srgbClr val="ffffff"/>
                </a:solidFill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6DD99074-356D-47EA-A443-A4257B8CEDE7}" type="slidenum">
              <a:rPr b="0" lang="en-US" sz="1050" strike="noStrike" u="none">
                <a:solidFill>
                  <a:srgbClr val="ffffff"/>
                </a:solidFill>
                <a:uFillTx/>
                <a:latin typeface="Calibri"/>
              </a:rPr>
              <a:t>&lt;number&gt;</a:t>
            </a:fld>
            <a:endParaRPr b="0" lang="es-ES" sz="105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48" name="PlaceHolder 5"/>
          <p:cNvSpPr>
            <a:spLocks noGrp="1"/>
          </p:cNvSpPr>
          <p:nvPr>
            <p:ph type="dt" idx="54"/>
          </p:nvPr>
        </p:nvSpPr>
        <p:spPr>
          <a:xfrm>
            <a:off x="1097280" y="6459840"/>
            <a:ext cx="246888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s-E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s-ES" sz="1400" strike="noStrike" u="none">
                <a:solidFill>
                  <a:srgbClr val="000000"/>
                </a:solidFill>
                <a:uFillTx/>
                <a:latin typeface="Times New Roman"/>
              </a:rPr>
              <a:t>&lt;date/time&gt;</a:t>
            </a:r>
            <a:endParaRPr b="0" lang="es-E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3" r:id="rId2"/>
  </p:sldLayoutIdLst>
</p:sldMaster>
</file>

<file path=ppt/slideMasters/slideMaster1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Rectangle 6" hidden="1"/>
          <p:cNvSpPr/>
          <p:nvPr/>
        </p:nvSpPr>
        <p:spPr>
          <a:xfrm>
            <a:off x="0" y="6400800"/>
            <a:ext cx="12188880" cy="4539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52" name="Rectangle 8" hidden="1"/>
          <p:cNvSpPr/>
          <p:nvPr/>
        </p:nvSpPr>
        <p:spPr>
          <a:xfrm>
            <a:off x="0" y="6334200"/>
            <a:ext cx="12188880" cy="62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0880" bIns="2088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cxnSp>
        <p:nvCxnSpPr>
          <p:cNvPr id="153" name="Straight Connector 9"/>
          <p:cNvCxnSpPr/>
          <p:nvPr/>
        </p:nvCxnSpPr>
        <p:spPr>
          <a:xfrm>
            <a:off x="1193400" y="1737720"/>
            <a:ext cx="9970200" cy="3240"/>
          </a:xfrm>
          <a:prstGeom prst="straightConnector1">
            <a:avLst/>
          </a:prstGeom>
          <a:ln w="6350">
            <a:solidFill>
              <a:srgbClr val="808080"/>
            </a:solidFill>
            <a:round/>
          </a:ln>
        </p:spPr>
      </p:cxnSp>
      <p:sp>
        <p:nvSpPr>
          <p:cNvPr id="154" name="Rectangle 6"/>
          <p:cNvSpPr/>
          <p:nvPr/>
        </p:nvSpPr>
        <p:spPr>
          <a:xfrm>
            <a:off x="3240" y="6400800"/>
            <a:ext cx="12185640" cy="4539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55" name="Rectangle 7"/>
          <p:cNvSpPr/>
          <p:nvPr/>
        </p:nvSpPr>
        <p:spPr>
          <a:xfrm>
            <a:off x="0" y="6334200"/>
            <a:ext cx="12185640" cy="608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19080" bIns="1908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cxnSp>
        <p:nvCxnSpPr>
          <p:cNvPr id="156" name="Straight Connector 8"/>
          <p:cNvCxnSpPr/>
          <p:nvPr/>
        </p:nvCxnSpPr>
        <p:spPr>
          <a:xfrm>
            <a:off x="1207440" y="4343400"/>
            <a:ext cx="9878760" cy="3240"/>
          </a:xfrm>
          <a:prstGeom prst="straightConnector1">
            <a:avLst/>
          </a:prstGeom>
          <a:ln w="6350">
            <a:solidFill>
              <a:srgbClr val="808080"/>
            </a:solidFill>
            <a:round/>
          </a:ln>
        </p:spPr>
      </p:cxnSp>
      <p:sp>
        <p:nvSpPr>
          <p:cNvPr id="157" name="PlaceHolder 1"/>
          <p:cNvSpPr>
            <a:spLocks noGrp="1"/>
          </p:cNvSpPr>
          <p:nvPr>
            <p:ph type="ftr" idx="55"/>
          </p:nvPr>
        </p:nvSpPr>
        <p:spPr>
          <a:xfrm>
            <a:off x="3686040" y="6459840"/>
            <a:ext cx="481968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s-E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1400" strike="noStrike" u="non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  <a:endParaRPr b="0" lang="es-E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58" name="PlaceHolder 2"/>
          <p:cNvSpPr>
            <a:spLocks noGrp="1"/>
          </p:cNvSpPr>
          <p:nvPr>
            <p:ph type="sldNum" idx="56"/>
          </p:nvPr>
        </p:nvSpPr>
        <p:spPr>
          <a:xfrm>
            <a:off x="9900360" y="6459840"/>
            <a:ext cx="13089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050" strike="noStrike" u="none">
                <a:solidFill>
                  <a:srgbClr val="ffffff"/>
                </a:solidFill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76682FE9-7514-406E-B821-AF009099675B}" type="slidenum">
              <a:rPr b="0" lang="en-US" sz="1050" strike="noStrike" u="none">
                <a:solidFill>
                  <a:srgbClr val="ffffff"/>
                </a:solidFill>
                <a:uFillTx/>
                <a:latin typeface="Calibri"/>
              </a:rPr>
              <a:t>&lt;number&gt;</a:t>
            </a:fld>
            <a:endParaRPr b="0" lang="es-ES" sz="105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59" name="PlaceHolder 3"/>
          <p:cNvSpPr>
            <a:spLocks noGrp="1"/>
          </p:cNvSpPr>
          <p:nvPr>
            <p:ph type="dt" idx="57"/>
          </p:nvPr>
        </p:nvSpPr>
        <p:spPr>
          <a:xfrm>
            <a:off x="1097280" y="6459840"/>
            <a:ext cx="246888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s-E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s-ES" sz="1400" strike="noStrike" u="none">
                <a:solidFill>
                  <a:srgbClr val="000000"/>
                </a:solidFill>
                <a:uFillTx/>
                <a:latin typeface="Times New Roman"/>
              </a:rPr>
              <a:t>&lt;date/time&gt;</a:t>
            </a:r>
            <a:endParaRPr b="0" lang="es-E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2"/>
  </p:sldLayoutIdLst>
</p:sldMaster>
</file>

<file path=ppt/slideMasters/slideMaster2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Rectangle 6"/>
          <p:cNvSpPr/>
          <p:nvPr/>
        </p:nvSpPr>
        <p:spPr>
          <a:xfrm>
            <a:off x="0" y="6400800"/>
            <a:ext cx="12188880" cy="4539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61" name="Rectangle 8"/>
          <p:cNvSpPr/>
          <p:nvPr/>
        </p:nvSpPr>
        <p:spPr>
          <a:xfrm>
            <a:off x="0" y="6334200"/>
            <a:ext cx="12188880" cy="62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0880" bIns="2088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cxnSp>
        <p:nvCxnSpPr>
          <p:cNvPr id="162" name="Straight Connector 9"/>
          <p:cNvCxnSpPr/>
          <p:nvPr/>
        </p:nvCxnSpPr>
        <p:spPr>
          <a:xfrm>
            <a:off x="1193400" y="1737720"/>
            <a:ext cx="9970200" cy="3240"/>
          </a:xfrm>
          <a:prstGeom prst="straightConnector1">
            <a:avLst/>
          </a:prstGeom>
          <a:ln w="6350">
            <a:solidFill>
              <a:srgbClr val="808080"/>
            </a:solidFill>
            <a:round/>
          </a:ln>
        </p:spPr>
      </p:cxnSp>
      <p:sp>
        <p:nvSpPr>
          <p:cNvPr id="16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0640" cy="114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6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200" cy="397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65" name="PlaceHolder 3"/>
          <p:cNvSpPr>
            <a:spLocks noGrp="1"/>
          </p:cNvSpPr>
          <p:nvPr>
            <p:ph type="body"/>
          </p:nvPr>
        </p:nvSpPr>
        <p:spPr>
          <a:xfrm>
            <a:off x="6231240" y="1604520"/>
            <a:ext cx="5353200" cy="397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66" name="PlaceHolder 4"/>
          <p:cNvSpPr>
            <a:spLocks noGrp="1"/>
          </p:cNvSpPr>
          <p:nvPr>
            <p:ph type="ftr" idx="58"/>
          </p:nvPr>
        </p:nvSpPr>
        <p:spPr>
          <a:xfrm>
            <a:off x="3686040" y="6459840"/>
            <a:ext cx="481968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s-E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1400" strike="noStrike" u="non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  <a:endParaRPr b="0" lang="es-E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67" name="PlaceHolder 5"/>
          <p:cNvSpPr>
            <a:spLocks noGrp="1"/>
          </p:cNvSpPr>
          <p:nvPr>
            <p:ph type="sldNum" idx="59"/>
          </p:nvPr>
        </p:nvSpPr>
        <p:spPr>
          <a:xfrm>
            <a:off x="9900360" y="6459840"/>
            <a:ext cx="13089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050" strike="noStrike" u="none">
                <a:solidFill>
                  <a:srgbClr val="ffffff"/>
                </a:solidFill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2476EABD-409A-4C9C-AADB-EB4AC0C3B346}" type="slidenum">
              <a:rPr b="0" lang="en-US" sz="1050" strike="noStrike" u="none">
                <a:solidFill>
                  <a:srgbClr val="ffffff"/>
                </a:solidFill>
                <a:uFillTx/>
                <a:latin typeface="Calibri"/>
              </a:rPr>
              <a:t>&lt;number&gt;</a:t>
            </a:fld>
            <a:endParaRPr b="0" lang="es-ES" sz="105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68" name="PlaceHolder 6"/>
          <p:cNvSpPr>
            <a:spLocks noGrp="1"/>
          </p:cNvSpPr>
          <p:nvPr>
            <p:ph type="dt" idx="60"/>
          </p:nvPr>
        </p:nvSpPr>
        <p:spPr>
          <a:xfrm>
            <a:off x="1097280" y="6459840"/>
            <a:ext cx="246888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s-E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s-ES" sz="1400" strike="noStrike" u="none">
                <a:solidFill>
                  <a:srgbClr val="000000"/>
                </a:solidFill>
                <a:uFillTx/>
                <a:latin typeface="Times New Roman"/>
              </a:rPr>
              <a:t>&lt;date/time&gt;</a:t>
            </a:r>
            <a:endParaRPr b="0" lang="es-E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7" r:id="rId2"/>
  </p:sldLayoutIdLst>
</p:sldMaster>
</file>

<file path=ppt/slideMasters/slideMaster2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Rectangle 6"/>
          <p:cNvSpPr/>
          <p:nvPr/>
        </p:nvSpPr>
        <p:spPr>
          <a:xfrm>
            <a:off x="0" y="6400800"/>
            <a:ext cx="12188880" cy="4539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73" name="Rectangle 8"/>
          <p:cNvSpPr/>
          <p:nvPr/>
        </p:nvSpPr>
        <p:spPr>
          <a:xfrm>
            <a:off x="0" y="6334200"/>
            <a:ext cx="12188880" cy="62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0880" bIns="2088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cxnSp>
        <p:nvCxnSpPr>
          <p:cNvPr id="174" name="Straight Connector 9"/>
          <p:cNvCxnSpPr/>
          <p:nvPr/>
        </p:nvCxnSpPr>
        <p:spPr>
          <a:xfrm>
            <a:off x="1193400" y="1737720"/>
            <a:ext cx="9970200" cy="3240"/>
          </a:xfrm>
          <a:prstGeom prst="straightConnector1">
            <a:avLst/>
          </a:prstGeom>
          <a:ln w="6350">
            <a:solidFill>
              <a:srgbClr val="808080"/>
            </a:solidFill>
            <a:round/>
          </a:ln>
        </p:spPr>
      </p:cxnSp>
      <p:sp>
        <p:nvSpPr>
          <p:cNvPr id="175" name="PlaceHolder 1"/>
          <p:cNvSpPr>
            <a:spLocks noGrp="1"/>
          </p:cNvSpPr>
          <p:nvPr>
            <p:ph type="ftr" idx="61"/>
          </p:nvPr>
        </p:nvSpPr>
        <p:spPr>
          <a:xfrm>
            <a:off x="3686040" y="6459840"/>
            <a:ext cx="481968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s-E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1400" strike="noStrike" u="non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  <a:endParaRPr b="0" lang="es-E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76" name="PlaceHolder 2"/>
          <p:cNvSpPr>
            <a:spLocks noGrp="1"/>
          </p:cNvSpPr>
          <p:nvPr>
            <p:ph type="sldNum" idx="62"/>
          </p:nvPr>
        </p:nvSpPr>
        <p:spPr>
          <a:xfrm>
            <a:off x="9900360" y="6459840"/>
            <a:ext cx="13089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050" strike="noStrike" u="none">
                <a:solidFill>
                  <a:srgbClr val="ffffff"/>
                </a:solidFill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052BAC60-D9CA-4AD7-A6A8-58C267A53892}" type="slidenum">
              <a:rPr b="0" lang="en-US" sz="1050" strike="noStrike" u="none">
                <a:solidFill>
                  <a:srgbClr val="ffffff"/>
                </a:solidFill>
                <a:uFillTx/>
                <a:latin typeface="Calibri"/>
              </a:rPr>
              <a:t>&lt;number&gt;</a:t>
            </a:fld>
            <a:endParaRPr b="0" lang="es-ES" sz="105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77" name="PlaceHolder 3"/>
          <p:cNvSpPr>
            <a:spLocks noGrp="1"/>
          </p:cNvSpPr>
          <p:nvPr>
            <p:ph type="dt" idx="63"/>
          </p:nvPr>
        </p:nvSpPr>
        <p:spPr>
          <a:xfrm>
            <a:off x="1097280" y="6459840"/>
            <a:ext cx="246888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s-E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s-ES" sz="1400" strike="noStrike" u="none">
                <a:solidFill>
                  <a:srgbClr val="000000"/>
                </a:solidFill>
                <a:uFillTx/>
                <a:latin typeface="Times New Roman"/>
              </a:rPr>
              <a:t>&lt;date/time&gt;</a:t>
            </a:r>
            <a:endParaRPr b="0" lang="es-E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9" r:id="rId2"/>
  </p:sldLayoutIdLst>
</p:sldMaster>
</file>

<file path=ppt/slideMasters/slideMaster2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Rectangle 6"/>
          <p:cNvSpPr/>
          <p:nvPr/>
        </p:nvSpPr>
        <p:spPr>
          <a:xfrm>
            <a:off x="0" y="6400800"/>
            <a:ext cx="12188880" cy="4539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79" name="Rectangle 8"/>
          <p:cNvSpPr/>
          <p:nvPr/>
        </p:nvSpPr>
        <p:spPr>
          <a:xfrm>
            <a:off x="0" y="6334200"/>
            <a:ext cx="12188880" cy="62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0880" bIns="2088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cxnSp>
        <p:nvCxnSpPr>
          <p:cNvPr id="180" name="Straight Connector 9"/>
          <p:cNvCxnSpPr/>
          <p:nvPr/>
        </p:nvCxnSpPr>
        <p:spPr>
          <a:xfrm>
            <a:off x="1193400" y="1737720"/>
            <a:ext cx="9970200" cy="3240"/>
          </a:xfrm>
          <a:prstGeom prst="straightConnector1">
            <a:avLst/>
          </a:prstGeom>
          <a:ln w="6350">
            <a:solidFill>
              <a:srgbClr val="808080"/>
            </a:solidFill>
            <a:round/>
          </a:ln>
        </p:spPr>
      </p:cxnSp>
      <p:sp>
        <p:nvSpPr>
          <p:cNvPr id="18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0640" cy="114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82" name="PlaceHolder 2"/>
          <p:cNvSpPr>
            <a:spLocks noGrp="1"/>
          </p:cNvSpPr>
          <p:nvPr>
            <p:ph type="ftr" idx="64"/>
          </p:nvPr>
        </p:nvSpPr>
        <p:spPr>
          <a:xfrm>
            <a:off x="3686040" y="6459840"/>
            <a:ext cx="481968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s-E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s-E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83" name="PlaceHolder 3"/>
          <p:cNvSpPr>
            <a:spLocks noGrp="1"/>
          </p:cNvSpPr>
          <p:nvPr>
            <p:ph type="sldNum" idx="65"/>
          </p:nvPr>
        </p:nvSpPr>
        <p:spPr>
          <a:xfrm>
            <a:off x="9900360" y="6459840"/>
            <a:ext cx="13089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050" strike="noStrike" u="none">
                <a:solidFill>
                  <a:srgbClr val="ffffff"/>
                </a:solidFill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E6A2703A-0D3B-422B-9BC9-11EB3901C468}" type="slidenum">
              <a:rPr b="0" lang="en-US" sz="1050" strike="noStrike" u="none">
                <a:solidFill>
                  <a:srgbClr val="ffffff"/>
                </a:solidFill>
                <a:uFillTx/>
                <a:latin typeface="Calibri"/>
              </a:rPr>
              <a:t>1</a:t>
            </a:fld>
            <a:endParaRPr b="0" lang="es-ES" sz="105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84" name="PlaceHolder 4"/>
          <p:cNvSpPr>
            <a:spLocks noGrp="1"/>
          </p:cNvSpPr>
          <p:nvPr>
            <p:ph type="dt" idx="66"/>
          </p:nvPr>
        </p:nvSpPr>
        <p:spPr>
          <a:xfrm>
            <a:off x="1097280" y="6459840"/>
            <a:ext cx="246888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s-E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s-E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s-E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1" r:id="rId2"/>
  </p:sldLayoutIdLst>
</p:sldMaster>
</file>

<file path=ppt/slideMasters/slideMaster2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Rectangle 6" hidden="1"/>
          <p:cNvSpPr/>
          <p:nvPr/>
        </p:nvSpPr>
        <p:spPr>
          <a:xfrm>
            <a:off x="0" y="6400800"/>
            <a:ext cx="12188880" cy="4539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87" name="Rectangle 8" hidden="1"/>
          <p:cNvSpPr/>
          <p:nvPr/>
        </p:nvSpPr>
        <p:spPr>
          <a:xfrm>
            <a:off x="0" y="6334200"/>
            <a:ext cx="12188880" cy="62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0880" bIns="2088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cxnSp>
        <p:nvCxnSpPr>
          <p:cNvPr id="188" name="Straight Connector 9"/>
          <p:cNvCxnSpPr/>
          <p:nvPr/>
        </p:nvCxnSpPr>
        <p:spPr>
          <a:xfrm>
            <a:off x="1193400" y="1737720"/>
            <a:ext cx="9970200" cy="3240"/>
          </a:xfrm>
          <a:prstGeom prst="straightConnector1">
            <a:avLst/>
          </a:prstGeom>
          <a:ln w="6350">
            <a:solidFill>
              <a:srgbClr val="808080"/>
            </a:solidFill>
            <a:round/>
          </a:ln>
        </p:spPr>
      </p:cxnSp>
      <p:sp>
        <p:nvSpPr>
          <p:cNvPr id="189" name="Rectangle 4"/>
          <p:cNvSpPr/>
          <p:nvPr/>
        </p:nvSpPr>
        <p:spPr>
          <a:xfrm>
            <a:off x="3240" y="6400800"/>
            <a:ext cx="12185640" cy="4539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90" name="Rectangle 5"/>
          <p:cNvSpPr/>
          <p:nvPr/>
        </p:nvSpPr>
        <p:spPr>
          <a:xfrm>
            <a:off x="0" y="6334200"/>
            <a:ext cx="12185640" cy="608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19080" bIns="1908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91" name="PlaceHolder 1"/>
          <p:cNvSpPr>
            <a:spLocks noGrp="1"/>
          </p:cNvSpPr>
          <p:nvPr>
            <p:ph type="ftr" idx="67"/>
          </p:nvPr>
        </p:nvSpPr>
        <p:spPr>
          <a:xfrm>
            <a:off x="3686040" y="6459840"/>
            <a:ext cx="481968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s-E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s-E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92" name="PlaceHolder 2"/>
          <p:cNvSpPr>
            <a:spLocks noGrp="1"/>
          </p:cNvSpPr>
          <p:nvPr>
            <p:ph type="sldNum" idx="68"/>
          </p:nvPr>
        </p:nvSpPr>
        <p:spPr>
          <a:xfrm>
            <a:off x="9900360" y="6459840"/>
            <a:ext cx="13089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050" strike="noStrike" u="none">
                <a:solidFill>
                  <a:srgbClr val="ffffff"/>
                </a:solidFill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B4A6336C-5A99-4148-A9BB-A20E41B908DA}" type="slidenum">
              <a:rPr b="0" lang="en-US" sz="1050" strike="noStrike" u="none">
                <a:solidFill>
                  <a:srgbClr val="ffffff"/>
                </a:solidFill>
                <a:uFillTx/>
                <a:latin typeface="Calibri"/>
              </a:rPr>
              <a:t>1</a:t>
            </a:fld>
            <a:endParaRPr b="0" lang="es-ES" sz="105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93" name="PlaceHolder 3"/>
          <p:cNvSpPr>
            <a:spLocks noGrp="1"/>
          </p:cNvSpPr>
          <p:nvPr>
            <p:ph type="dt" idx="69"/>
          </p:nvPr>
        </p:nvSpPr>
        <p:spPr>
          <a:xfrm>
            <a:off x="1097280" y="6459840"/>
            <a:ext cx="246888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s-E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s-E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s-E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3" r:id="rId2"/>
  </p:sldLayoutIdLst>
</p:sldMaster>
</file>

<file path=ppt/slideMasters/slideMaster2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Rectangle 6" hidden="1"/>
          <p:cNvSpPr/>
          <p:nvPr/>
        </p:nvSpPr>
        <p:spPr>
          <a:xfrm>
            <a:off x="0" y="6400800"/>
            <a:ext cx="12188880" cy="4539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95" name="Rectangle 8" hidden="1"/>
          <p:cNvSpPr/>
          <p:nvPr/>
        </p:nvSpPr>
        <p:spPr>
          <a:xfrm>
            <a:off x="0" y="6334200"/>
            <a:ext cx="12188880" cy="62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0880" bIns="2088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cxnSp>
        <p:nvCxnSpPr>
          <p:cNvPr id="196" name="Straight Connector 9"/>
          <p:cNvCxnSpPr/>
          <p:nvPr/>
        </p:nvCxnSpPr>
        <p:spPr>
          <a:xfrm>
            <a:off x="1193400" y="1737720"/>
            <a:ext cx="9970200" cy="3240"/>
          </a:xfrm>
          <a:prstGeom prst="straightConnector1">
            <a:avLst/>
          </a:prstGeom>
          <a:ln w="6350">
            <a:solidFill>
              <a:srgbClr val="808080"/>
            </a:solidFill>
            <a:round/>
          </a:ln>
        </p:spPr>
      </p:cxnSp>
      <p:sp>
        <p:nvSpPr>
          <p:cNvPr id="197" name="Rectangle 7"/>
          <p:cNvSpPr/>
          <p:nvPr/>
        </p:nvSpPr>
        <p:spPr>
          <a:xfrm>
            <a:off x="0" y="0"/>
            <a:ext cx="4047480" cy="68547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98" name="Rectangle 8"/>
          <p:cNvSpPr/>
          <p:nvPr/>
        </p:nvSpPr>
        <p:spPr>
          <a:xfrm>
            <a:off x="4039920" y="0"/>
            <a:ext cx="60840" cy="68547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99" name="PlaceHolder 1"/>
          <p:cNvSpPr>
            <a:spLocks noGrp="1"/>
          </p:cNvSpPr>
          <p:nvPr>
            <p:ph type="ftr" idx="70"/>
          </p:nvPr>
        </p:nvSpPr>
        <p:spPr>
          <a:xfrm>
            <a:off x="4800600" y="6459840"/>
            <a:ext cx="464508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s-E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s-E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00" name="PlaceHolder 2"/>
          <p:cNvSpPr>
            <a:spLocks noGrp="1"/>
          </p:cNvSpPr>
          <p:nvPr>
            <p:ph type="sldNum" idx="71"/>
          </p:nvPr>
        </p:nvSpPr>
        <p:spPr>
          <a:xfrm>
            <a:off x="9900360" y="6459840"/>
            <a:ext cx="13089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050" strike="noStrike" u="none">
                <a:solidFill>
                  <a:schemeClr val="dk2"/>
                </a:solidFill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13612131-9624-495D-87EC-8589C394EFAF}" type="slidenum">
              <a:rPr b="0" lang="en-US" sz="1050" strike="noStrike" u="none">
                <a:solidFill>
                  <a:schemeClr val="dk2"/>
                </a:solidFill>
                <a:uFillTx/>
                <a:latin typeface="Calibri"/>
              </a:rPr>
              <a:t>1</a:t>
            </a:fld>
            <a:endParaRPr b="0" lang="es-ES" sz="105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01" name="PlaceHolder 3"/>
          <p:cNvSpPr>
            <a:spLocks noGrp="1"/>
          </p:cNvSpPr>
          <p:nvPr>
            <p:ph type="dt" idx="72"/>
          </p:nvPr>
        </p:nvSpPr>
        <p:spPr>
          <a:xfrm>
            <a:off x="465480" y="6459840"/>
            <a:ext cx="261540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s-E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s-E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s-E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5" r:id="rId2"/>
  </p:sldLayoutIdLst>
</p:sldMaster>
</file>

<file path=ppt/slideMasters/slideMaster2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Rectangle 6" hidden="1"/>
          <p:cNvSpPr/>
          <p:nvPr/>
        </p:nvSpPr>
        <p:spPr>
          <a:xfrm>
            <a:off x="0" y="6400800"/>
            <a:ext cx="12188880" cy="4539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03" name="Rectangle 8" hidden="1"/>
          <p:cNvSpPr/>
          <p:nvPr/>
        </p:nvSpPr>
        <p:spPr>
          <a:xfrm>
            <a:off x="0" y="6334200"/>
            <a:ext cx="12188880" cy="62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0880" bIns="2088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cxnSp>
        <p:nvCxnSpPr>
          <p:cNvPr id="204" name="Straight Connector 9"/>
          <p:cNvCxnSpPr/>
          <p:nvPr/>
        </p:nvCxnSpPr>
        <p:spPr>
          <a:xfrm>
            <a:off x="1193400" y="1737720"/>
            <a:ext cx="9970200" cy="3240"/>
          </a:xfrm>
          <a:prstGeom prst="straightConnector1">
            <a:avLst/>
          </a:prstGeom>
          <a:ln w="6350">
            <a:solidFill>
              <a:srgbClr val="808080"/>
            </a:solidFill>
            <a:round/>
          </a:ln>
        </p:spPr>
      </p:cxnSp>
      <p:sp>
        <p:nvSpPr>
          <p:cNvPr id="205" name="Rectangle 7"/>
          <p:cNvSpPr/>
          <p:nvPr/>
        </p:nvSpPr>
        <p:spPr>
          <a:xfrm>
            <a:off x="0" y="4952880"/>
            <a:ext cx="12185640" cy="190188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06" name="Rectangle 8"/>
          <p:cNvSpPr/>
          <p:nvPr/>
        </p:nvSpPr>
        <p:spPr>
          <a:xfrm>
            <a:off x="0" y="4915080"/>
            <a:ext cx="12185640" cy="608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19080" bIns="1908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07" name="PlaceHolder 1"/>
          <p:cNvSpPr>
            <a:spLocks noGrp="1"/>
          </p:cNvSpPr>
          <p:nvPr>
            <p:ph type="ftr" idx="73"/>
          </p:nvPr>
        </p:nvSpPr>
        <p:spPr>
          <a:xfrm>
            <a:off x="3686040" y="6459840"/>
            <a:ext cx="481968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s-E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s-E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08" name="PlaceHolder 2"/>
          <p:cNvSpPr>
            <a:spLocks noGrp="1"/>
          </p:cNvSpPr>
          <p:nvPr>
            <p:ph type="sldNum" idx="74"/>
          </p:nvPr>
        </p:nvSpPr>
        <p:spPr>
          <a:xfrm>
            <a:off x="9900360" y="6459840"/>
            <a:ext cx="13089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050" strike="noStrike" u="none">
                <a:solidFill>
                  <a:srgbClr val="ffffff"/>
                </a:solidFill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37B0B1B4-1E50-4D07-B2AD-3E8F14AF44A4}" type="slidenum">
              <a:rPr b="0" lang="en-US" sz="1050" strike="noStrike" u="none">
                <a:solidFill>
                  <a:srgbClr val="ffffff"/>
                </a:solidFill>
                <a:uFillTx/>
                <a:latin typeface="Calibri"/>
              </a:rPr>
              <a:t>1</a:t>
            </a:fld>
            <a:endParaRPr b="0" lang="es-ES" sz="105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09" name="PlaceHolder 3"/>
          <p:cNvSpPr>
            <a:spLocks noGrp="1"/>
          </p:cNvSpPr>
          <p:nvPr>
            <p:ph type="dt" idx="75"/>
          </p:nvPr>
        </p:nvSpPr>
        <p:spPr>
          <a:xfrm>
            <a:off x="1097280" y="6459840"/>
            <a:ext cx="246888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s-E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s-E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s-E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2"/>
  </p:sldLayoutIdLst>
</p:sldMaster>
</file>

<file path=ppt/slideMasters/slideMaster2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Rectangle 6"/>
          <p:cNvSpPr/>
          <p:nvPr/>
        </p:nvSpPr>
        <p:spPr>
          <a:xfrm>
            <a:off x="0" y="6400800"/>
            <a:ext cx="12188880" cy="4539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11" name="Rectangle 8"/>
          <p:cNvSpPr/>
          <p:nvPr/>
        </p:nvSpPr>
        <p:spPr>
          <a:xfrm>
            <a:off x="0" y="6334200"/>
            <a:ext cx="12188880" cy="62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0880" bIns="2088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cxnSp>
        <p:nvCxnSpPr>
          <p:cNvPr id="212" name="Straight Connector 9"/>
          <p:cNvCxnSpPr/>
          <p:nvPr/>
        </p:nvCxnSpPr>
        <p:spPr>
          <a:xfrm>
            <a:off x="1193400" y="1737720"/>
            <a:ext cx="9970200" cy="3240"/>
          </a:xfrm>
          <a:prstGeom prst="straightConnector1">
            <a:avLst/>
          </a:prstGeom>
          <a:ln w="6350">
            <a:solidFill>
              <a:srgbClr val="808080"/>
            </a:solidFill>
            <a:round/>
          </a:ln>
        </p:spPr>
      </p:cxnSp>
      <p:sp>
        <p:nvSpPr>
          <p:cNvPr id="213" name="PlaceHolder 1"/>
          <p:cNvSpPr>
            <a:spLocks noGrp="1"/>
          </p:cNvSpPr>
          <p:nvPr>
            <p:ph type="ftr" idx="76"/>
          </p:nvPr>
        </p:nvSpPr>
        <p:spPr>
          <a:xfrm>
            <a:off x="3686040" y="6459840"/>
            <a:ext cx="481968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s-E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s-E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14" name="PlaceHolder 2"/>
          <p:cNvSpPr>
            <a:spLocks noGrp="1"/>
          </p:cNvSpPr>
          <p:nvPr>
            <p:ph type="sldNum" idx="77"/>
          </p:nvPr>
        </p:nvSpPr>
        <p:spPr>
          <a:xfrm>
            <a:off x="9900360" y="6459840"/>
            <a:ext cx="13089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050" strike="noStrike" u="none">
                <a:solidFill>
                  <a:srgbClr val="ffffff"/>
                </a:solidFill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16C971C6-CAA0-4D0C-B8DA-D28C1CBB936E}" type="slidenum">
              <a:rPr b="0" lang="en-US" sz="1050" strike="noStrike" u="none">
                <a:solidFill>
                  <a:srgbClr val="ffffff"/>
                </a:solidFill>
                <a:uFillTx/>
                <a:latin typeface="Calibri"/>
              </a:rPr>
              <a:t>1</a:t>
            </a:fld>
            <a:endParaRPr b="0" lang="es-ES" sz="105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15" name="PlaceHolder 3"/>
          <p:cNvSpPr>
            <a:spLocks noGrp="1"/>
          </p:cNvSpPr>
          <p:nvPr>
            <p:ph type="dt" idx="78"/>
          </p:nvPr>
        </p:nvSpPr>
        <p:spPr>
          <a:xfrm>
            <a:off x="1097280" y="6459840"/>
            <a:ext cx="246888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s-E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s-E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s-E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9" r:id="rId2"/>
  </p:sldLayoutIdLst>
</p:sldMaster>
</file>

<file path=ppt/slideMasters/slideMaster2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Rectangle 6"/>
          <p:cNvSpPr/>
          <p:nvPr/>
        </p:nvSpPr>
        <p:spPr>
          <a:xfrm>
            <a:off x="0" y="6400800"/>
            <a:ext cx="12188880" cy="4539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17" name="Rectangle 8"/>
          <p:cNvSpPr/>
          <p:nvPr/>
        </p:nvSpPr>
        <p:spPr>
          <a:xfrm>
            <a:off x="0" y="6334200"/>
            <a:ext cx="12188880" cy="62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0880" bIns="2088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cxnSp>
        <p:nvCxnSpPr>
          <p:cNvPr id="218" name="Straight Connector 9"/>
          <p:cNvCxnSpPr/>
          <p:nvPr/>
        </p:nvCxnSpPr>
        <p:spPr>
          <a:xfrm>
            <a:off x="1193400" y="1737720"/>
            <a:ext cx="9970200" cy="3240"/>
          </a:xfrm>
          <a:prstGeom prst="straightConnector1">
            <a:avLst/>
          </a:prstGeom>
          <a:ln w="6350">
            <a:solidFill>
              <a:srgbClr val="808080"/>
            </a:solidFill>
            <a:round/>
          </a:ln>
        </p:spPr>
      </p:cxnSp>
      <p:sp>
        <p:nvSpPr>
          <p:cNvPr id="21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0640" cy="114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2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200" cy="397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21" name="PlaceHolder 3"/>
          <p:cNvSpPr>
            <a:spLocks noGrp="1"/>
          </p:cNvSpPr>
          <p:nvPr>
            <p:ph type="body"/>
          </p:nvPr>
        </p:nvSpPr>
        <p:spPr>
          <a:xfrm>
            <a:off x="6231240" y="1604520"/>
            <a:ext cx="5353200" cy="397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22" name="PlaceHolder 4"/>
          <p:cNvSpPr>
            <a:spLocks noGrp="1"/>
          </p:cNvSpPr>
          <p:nvPr>
            <p:ph type="ftr" idx="79"/>
          </p:nvPr>
        </p:nvSpPr>
        <p:spPr>
          <a:xfrm>
            <a:off x="3686040" y="6459840"/>
            <a:ext cx="481968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s-E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1400" strike="noStrike" u="non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  <a:endParaRPr b="0" lang="es-E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23" name="PlaceHolder 5"/>
          <p:cNvSpPr>
            <a:spLocks noGrp="1"/>
          </p:cNvSpPr>
          <p:nvPr>
            <p:ph type="sldNum" idx="80"/>
          </p:nvPr>
        </p:nvSpPr>
        <p:spPr>
          <a:xfrm>
            <a:off x="9900360" y="6459840"/>
            <a:ext cx="13089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050" strike="noStrike" u="none">
                <a:solidFill>
                  <a:srgbClr val="ffffff"/>
                </a:solidFill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D23592E1-C7E9-497D-A559-0ED9801CF952}" type="slidenum">
              <a:rPr b="0" lang="en-US" sz="1050" strike="noStrike" u="none">
                <a:solidFill>
                  <a:srgbClr val="ffffff"/>
                </a:solidFill>
                <a:uFillTx/>
                <a:latin typeface="Calibri"/>
              </a:rPr>
              <a:t>&lt;number&gt;</a:t>
            </a:fld>
            <a:endParaRPr b="0" lang="es-ES" sz="105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24" name="PlaceHolder 6"/>
          <p:cNvSpPr>
            <a:spLocks noGrp="1"/>
          </p:cNvSpPr>
          <p:nvPr>
            <p:ph type="dt" idx="81"/>
          </p:nvPr>
        </p:nvSpPr>
        <p:spPr>
          <a:xfrm>
            <a:off x="1097280" y="6459840"/>
            <a:ext cx="246888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s-E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s-ES" sz="1400" strike="noStrike" u="none">
                <a:solidFill>
                  <a:srgbClr val="000000"/>
                </a:solidFill>
                <a:uFillTx/>
                <a:latin typeface="Times New Roman"/>
              </a:rPr>
              <a:t>&lt;date/time&gt;</a:t>
            </a:r>
            <a:endParaRPr b="0" lang="es-E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1" r:id="rId2"/>
  </p:sldLayoutIdLst>
</p:sldMaster>
</file>

<file path=ppt/slideMasters/slideMaster2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Rectangle 6"/>
          <p:cNvSpPr/>
          <p:nvPr/>
        </p:nvSpPr>
        <p:spPr>
          <a:xfrm>
            <a:off x="0" y="6400800"/>
            <a:ext cx="12188880" cy="4539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29" name="Rectangle 8"/>
          <p:cNvSpPr/>
          <p:nvPr/>
        </p:nvSpPr>
        <p:spPr>
          <a:xfrm>
            <a:off x="0" y="6334200"/>
            <a:ext cx="12188880" cy="62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0880" bIns="2088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cxnSp>
        <p:nvCxnSpPr>
          <p:cNvPr id="230" name="Straight Connector 9"/>
          <p:cNvCxnSpPr/>
          <p:nvPr/>
        </p:nvCxnSpPr>
        <p:spPr>
          <a:xfrm>
            <a:off x="1193400" y="1737720"/>
            <a:ext cx="9970200" cy="3240"/>
          </a:xfrm>
          <a:prstGeom prst="straightConnector1">
            <a:avLst/>
          </a:prstGeom>
          <a:ln w="6350">
            <a:solidFill>
              <a:srgbClr val="808080"/>
            </a:solidFill>
            <a:round/>
          </a:ln>
        </p:spPr>
      </p:cxnSp>
      <p:sp>
        <p:nvSpPr>
          <p:cNvPr id="23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0640" cy="114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32" name="PlaceHolder 2"/>
          <p:cNvSpPr>
            <a:spLocks noGrp="1"/>
          </p:cNvSpPr>
          <p:nvPr>
            <p:ph type="ftr" idx="82"/>
          </p:nvPr>
        </p:nvSpPr>
        <p:spPr>
          <a:xfrm>
            <a:off x="3686040" y="6459840"/>
            <a:ext cx="481968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s-E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1400" strike="noStrike" u="non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  <a:endParaRPr b="0" lang="es-E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33" name="PlaceHolder 3"/>
          <p:cNvSpPr>
            <a:spLocks noGrp="1"/>
          </p:cNvSpPr>
          <p:nvPr>
            <p:ph type="sldNum" idx="83"/>
          </p:nvPr>
        </p:nvSpPr>
        <p:spPr>
          <a:xfrm>
            <a:off x="9900360" y="6459840"/>
            <a:ext cx="13089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050" strike="noStrike" u="none">
                <a:solidFill>
                  <a:srgbClr val="ffffff"/>
                </a:solidFill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8ED91874-E0B5-465B-89C2-EDA3295768BD}" type="slidenum">
              <a:rPr b="0" lang="en-US" sz="1050" strike="noStrike" u="none">
                <a:solidFill>
                  <a:srgbClr val="ffffff"/>
                </a:solidFill>
                <a:uFillTx/>
                <a:latin typeface="Calibri"/>
              </a:rPr>
              <a:t>&lt;number&gt;</a:t>
            </a:fld>
            <a:endParaRPr b="0" lang="es-ES" sz="105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34" name="PlaceHolder 4"/>
          <p:cNvSpPr>
            <a:spLocks noGrp="1"/>
          </p:cNvSpPr>
          <p:nvPr>
            <p:ph type="dt" idx="84"/>
          </p:nvPr>
        </p:nvSpPr>
        <p:spPr>
          <a:xfrm>
            <a:off x="1097280" y="6459840"/>
            <a:ext cx="246888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s-E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s-ES" sz="1400" strike="noStrike" u="none">
                <a:solidFill>
                  <a:srgbClr val="000000"/>
                </a:solidFill>
                <a:uFillTx/>
                <a:latin typeface="Times New Roman"/>
              </a:rPr>
              <a:t>&lt;date/time&gt;</a:t>
            </a:r>
            <a:endParaRPr b="0" lang="es-E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3" r:id="rId2"/>
  </p:sldLayoutIdLst>
</p:sldMaster>
</file>

<file path=ppt/slideMasters/slideMaster2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Rectangle 6"/>
          <p:cNvSpPr/>
          <p:nvPr/>
        </p:nvSpPr>
        <p:spPr>
          <a:xfrm>
            <a:off x="0" y="6400800"/>
            <a:ext cx="12188880" cy="4539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37" name="Rectangle 8"/>
          <p:cNvSpPr/>
          <p:nvPr/>
        </p:nvSpPr>
        <p:spPr>
          <a:xfrm>
            <a:off x="0" y="6334200"/>
            <a:ext cx="12188880" cy="62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0880" bIns="2088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cxnSp>
        <p:nvCxnSpPr>
          <p:cNvPr id="238" name="Straight Connector 9"/>
          <p:cNvCxnSpPr/>
          <p:nvPr/>
        </p:nvCxnSpPr>
        <p:spPr>
          <a:xfrm>
            <a:off x="1193400" y="1737720"/>
            <a:ext cx="9970200" cy="3240"/>
          </a:xfrm>
          <a:prstGeom prst="straightConnector1">
            <a:avLst/>
          </a:prstGeom>
          <a:ln w="6350">
            <a:solidFill>
              <a:srgbClr val="808080"/>
            </a:solidFill>
            <a:round/>
          </a:ln>
        </p:spPr>
      </p:cxnSp>
      <p:sp>
        <p:nvSpPr>
          <p:cNvPr id="23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0640" cy="114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4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0640" cy="397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41" name="PlaceHolder 3"/>
          <p:cNvSpPr>
            <a:spLocks noGrp="1"/>
          </p:cNvSpPr>
          <p:nvPr>
            <p:ph type="ftr" idx="85"/>
          </p:nvPr>
        </p:nvSpPr>
        <p:spPr>
          <a:xfrm>
            <a:off x="3686040" y="6459840"/>
            <a:ext cx="481968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s-E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1400" strike="noStrike" u="non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  <a:endParaRPr b="0" lang="es-E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42" name="PlaceHolder 4"/>
          <p:cNvSpPr>
            <a:spLocks noGrp="1"/>
          </p:cNvSpPr>
          <p:nvPr>
            <p:ph type="sldNum" idx="86"/>
          </p:nvPr>
        </p:nvSpPr>
        <p:spPr>
          <a:xfrm>
            <a:off x="9900360" y="6459840"/>
            <a:ext cx="13089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050" strike="noStrike" u="none">
                <a:solidFill>
                  <a:srgbClr val="ffffff"/>
                </a:solidFill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213ED28E-EAA7-4CC3-928E-CCD90C271964}" type="slidenum">
              <a:rPr b="0" lang="en-US" sz="1050" strike="noStrike" u="none">
                <a:solidFill>
                  <a:srgbClr val="ffffff"/>
                </a:solidFill>
                <a:uFillTx/>
                <a:latin typeface="Calibri"/>
              </a:rPr>
              <a:t>&lt;number&gt;</a:t>
            </a:fld>
            <a:endParaRPr b="0" lang="es-ES" sz="105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43" name="PlaceHolder 5"/>
          <p:cNvSpPr>
            <a:spLocks noGrp="1"/>
          </p:cNvSpPr>
          <p:nvPr>
            <p:ph type="dt" idx="87"/>
          </p:nvPr>
        </p:nvSpPr>
        <p:spPr>
          <a:xfrm>
            <a:off x="1097280" y="6459840"/>
            <a:ext cx="246888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s-E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s-ES" sz="1400" strike="noStrike" u="none">
                <a:solidFill>
                  <a:srgbClr val="000000"/>
                </a:solidFill>
                <a:uFillTx/>
                <a:latin typeface="Times New Roman"/>
              </a:rPr>
              <a:t>&lt;date/time&gt;</a:t>
            </a:r>
            <a:endParaRPr b="0" lang="es-E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5" r:id="rId2"/>
  </p:sldLayoutIdLst>
</p:sldMaster>
</file>

<file path=ppt/slideMasters/slideMaster3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Rectangle 6"/>
          <p:cNvSpPr/>
          <p:nvPr/>
        </p:nvSpPr>
        <p:spPr>
          <a:xfrm>
            <a:off x="0" y="6400800"/>
            <a:ext cx="12188880" cy="4539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47" name="Rectangle 8"/>
          <p:cNvSpPr/>
          <p:nvPr/>
        </p:nvSpPr>
        <p:spPr>
          <a:xfrm>
            <a:off x="0" y="6334200"/>
            <a:ext cx="12188880" cy="62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0880" bIns="2088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cxnSp>
        <p:nvCxnSpPr>
          <p:cNvPr id="248" name="Straight Connector 9"/>
          <p:cNvCxnSpPr/>
          <p:nvPr/>
        </p:nvCxnSpPr>
        <p:spPr>
          <a:xfrm>
            <a:off x="1193400" y="1737720"/>
            <a:ext cx="9970200" cy="3240"/>
          </a:xfrm>
          <a:prstGeom prst="straightConnector1">
            <a:avLst/>
          </a:prstGeom>
          <a:ln w="6350">
            <a:solidFill>
              <a:srgbClr val="808080"/>
            </a:solidFill>
            <a:round/>
          </a:ln>
        </p:spPr>
      </p:cxnSp>
      <p:sp>
        <p:nvSpPr>
          <p:cNvPr id="24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0640" cy="114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50" name="PlaceHolder 2"/>
          <p:cNvSpPr>
            <a:spLocks noGrp="1"/>
          </p:cNvSpPr>
          <p:nvPr>
            <p:ph type="ftr" idx="88"/>
          </p:nvPr>
        </p:nvSpPr>
        <p:spPr>
          <a:xfrm>
            <a:off x="3686040" y="6459840"/>
            <a:ext cx="481968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s-E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1400" strike="noStrike" u="non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  <a:endParaRPr b="0" lang="es-E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51" name="PlaceHolder 3"/>
          <p:cNvSpPr>
            <a:spLocks noGrp="1"/>
          </p:cNvSpPr>
          <p:nvPr>
            <p:ph type="sldNum" idx="89"/>
          </p:nvPr>
        </p:nvSpPr>
        <p:spPr>
          <a:xfrm>
            <a:off x="9900360" y="6459840"/>
            <a:ext cx="13089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050" strike="noStrike" u="none">
                <a:solidFill>
                  <a:srgbClr val="ffffff"/>
                </a:solidFill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B3F93B4D-D1AF-454C-A8D1-2E321F712E2E}" type="slidenum">
              <a:rPr b="0" lang="en-US" sz="1050" strike="noStrike" u="none">
                <a:solidFill>
                  <a:srgbClr val="ffffff"/>
                </a:solidFill>
                <a:uFillTx/>
                <a:latin typeface="Calibri"/>
              </a:rPr>
              <a:t>&lt;number&gt;</a:t>
            </a:fld>
            <a:endParaRPr b="0" lang="es-ES" sz="105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52" name="PlaceHolder 4"/>
          <p:cNvSpPr>
            <a:spLocks noGrp="1"/>
          </p:cNvSpPr>
          <p:nvPr>
            <p:ph type="dt" idx="90"/>
          </p:nvPr>
        </p:nvSpPr>
        <p:spPr>
          <a:xfrm>
            <a:off x="1097280" y="6459840"/>
            <a:ext cx="246888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s-E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s-ES" sz="1400" strike="noStrike" u="none">
                <a:solidFill>
                  <a:srgbClr val="000000"/>
                </a:solidFill>
                <a:uFillTx/>
                <a:latin typeface="Times New Roman"/>
              </a:rPr>
              <a:t>&lt;date/time&gt;</a:t>
            </a:r>
            <a:endParaRPr b="0" lang="es-E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7" r:id="rId2"/>
  </p:sldLayoutIdLst>
</p:sldMaster>
</file>

<file path=ppt/slideMasters/slideMaster3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Rectangle 6"/>
          <p:cNvSpPr/>
          <p:nvPr/>
        </p:nvSpPr>
        <p:spPr>
          <a:xfrm>
            <a:off x="0" y="6400800"/>
            <a:ext cx="12188880" cy="4539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56" name="Rectangle 8"/>
          <p:cNvSpPr/>
          <p:nvPr/>
        </p:nvSpPr>
        <p:spPr>
          <a:xfrm>
            <a:off x="0" y="6334200"/>
            <a:ext cx="12188880" cy="62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0880" bIns="2088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cxnSp>
        <p:nvCxnSpPr>
          <p:cNvPr id="257" name="Straight Connector 9"/>
          <p:cNvCxnSpPr/>
          <p:nvPr/>
        </p:nvCxnSpPr>
        <p:spPr>
          <a:xfrm>
            <a:off x="1193400" y="1737720"/>
            <a:ext cx="9970200" cy="3240"/>
          </a:xfrm>
          <a:prstGeom prst="straightConnector1">
            <a:avLst/>
          </a:prstGeom>
          <a:ln w="6350">
            <a:solidFill>
              <a:srgbClr val="808080"/>
            </a:solidFill>
            <a:round/>
          </a:ln>
        </p:spPr>
      </p:cxnSp>
      <p:sp>
        <p:nvSpPr>
          <p:cNvPr id="258" name="PlaceHolder 1"/>
          <p:cNvSpPr>
            <a:spLocks noGrp="1"/>
          </p:cNvSpPr>
          <p:nvPr>
            <p:ph type="ftr" idx="91"/>
          </p:nvPr>
        </p:nvSpPr>
        <p:spPr>
          <a:xfrm>
            <a:off x="3686040" y="6459840"/>
            <a:ext cx="481968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s-E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s-E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59" name="PlaceHolder 2"/>
          <p:cNvSpPr>
            <a:spLocks noGrp="1"/>
          </p:cNvSpPr>
          <p:nvPr>
            <p:ph type="sldNum" idx="92"/>
          </p:nvPr>
        </p:nvSpPr>
        <p:spPr>
          <a:xfrm>
            <a:off x="9900360" y="6459840"/>
            <a:ext cx="13089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050" strike="noStrike" u="none">
                <a:solidFill>
                  <a:srgbClr val="ffffff"/>
                </a:solidFill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1D3779B2-4A6D-4D86-BF54-DD49DCA6FA3D}" type="slidenum">
              <a:rPr b="0" lang="en-US" sz="1050" strike="noStrike" u="none">
                <a:solidFill>
                  <a:srgbClr val="ffffff"/>
                </a:solidFill>
                <a:uFillTx/>
                <a:latin typeface="Calibri"/>
              </a:rPr>
              <a:t>1</a:t>
            </a:fld>
            <a:endParaRPr b="0" lang="es-ES" sz="105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60" name="PlaceHolder 3"/>
          <p:cNvSpPr>
            <a:spLocks noGrp="1"/>
          </p:cNvSpPr>
          <p:nvPr>
            <p:ph type="dt" idx="93"/>
          </p:nvPr>
        </p:nvSpPr>
        <p:spPr>
          <a:xfrm>
            <a:off x="1097280" y="6459840"/>
            <a:ext cx="246888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s-E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s-E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s-E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2"/>
  </p:sldLayoutIdLst>
</p:sldMaster>
</file>

<file path=ppt/slideMasters/slideMaster3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Rectangle 6"/>
          <p:cNvSpPr/>
          <p:nvPr/>
        </p:nvSpPr>
        <p:spPr>
          <a:xfrm>
            <a:off x="0" y="6400800"/>
            <a:ext cx="12188880" cy="4539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62" name="Rectangle 8"/>
          <p:cNvSpPr/>
          <p:nvPr/>
        </p:nvSpPr>
        <p:spPr>
          <a:xfrm>
            <a:off x="0" y="6334200"/>
            <a:ext cx="12188880" cy="62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0880" bIns="2088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cxnSp>
        <p:nvCxnSpPr>
          <p:cNvPr id="263" name="Straight Connector 9"/>
          <p:cNvCxnSpPr/>
          <p:nvPr/>
        </p:nvCxnSpPr>
        <p:spPr>
          <a:xfrm>
            <a:off x="1193400" y="1737720"/>
            <a:ext cx="9970200" cy="3240"/>
          </a:xfrm>
          <a:prstGeom prst="straightConnector1">
            <a:avLst/>
          </a:prstGeom>
          <a:ln w="6350">
            <a:solidFill>
              <a:srgbClr val="808080"/>
            </a:solidFill>
            <a:round/>
          </a:ln>
        </p:spPr>
      </p:cxnSp>
      <p:sp>
        <p:nvSpPr>
          <p:cNvPr id="26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0640" cy="114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6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0640" cy="397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66" name="PlaceHolder 3"/>
          <p:cNvSpPr>
            <a:spLocks noGrp="1"/>
          </p:cNvSpPr>
          <p:nvPr>
            <p:ph type="ftr" idx="94"/>
          </p:nvPr>
        </p:nvSpPr>
        <p:spPr>
          <a:xfrm>
            <a:off x="3686040" y="6459840"/>
            <a:ext cx="481968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s-E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1400" strike="noStrike" u="non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  <a:endParaRPr b="0" lang="es-E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67" name="PlaceHolder 4"/>
          <p:cNvSpPr>
            <a:spLocks noGrp="1"/>
          </p:cNvSpPr>
          <p:nvPr>
            <p:ph type="sldNum" idx="95"/>
          </p:nvPr>
        </p:nvSpPr>
        <p:spPr>
          <a:xfrm>
            <a:off x="9900360" y="6459840"/>
            <a:ext cx="13089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050" strike="noStrike" u="none">
                <a:solidFill>
                  <a:srgbClr val="ffffff"/>
                </a:solidFill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51B53026-5FF5-4498-9940-AD9291D383B5}" type="slidenum">
              <a:rPr b="0" lang="en-US" sz="1050" strike="noStrike" u="none">
                <a:solidFill>
                  <a:srgbClr val="ffffff"/>
                </a:solidFill>
                <a:uFillTx/>
                <a:latin typeface="Calibri"/>
              </a:rPr>
              <a:t>&lt;number&gt;</a:t>
            </a:fld>
            <a:endParaRPr b="0" lang="es-ES" sz="105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68" name="PlaceHolder 5"/>
          <p:cNvSpPr>
            <a:spLocks noGrp="1"/>
          </p:cNvSpPr>
          <p:nvPr>
            <p:ph type="dt" idx="96"/>
          </p:nvPr>
        </p:nvSpPr>
        <p:spPr>
          <a:xfrm>
            <a:off x="1097280" y="6459840"/>
            <a:ext cx="246888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s-E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s-ES" sz="1400" strike="noStrike" u="none">
                <a:solidFill>
                  <a:srgbClr val="000000"/>
                </a:solidFill>
                <a:uFillTx/>
                <a:latin typeface="Times New Roman"/>
              </a:rPr>
              <a:t>&lt;date/time&gt;</a:t>
            </a:r>
            <a:endParaRPr b="0" lang="es-E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1" r:id="rId2"/>
  </p:sldLayoutIdLst>
</p:sldMaster>
</file>

<file path=ppt/slideMasters/slideMaster3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Rectangle 6"/>
          <p:cNvSpPr/>
          <p:nvPr/>
        </p:nvSpPr>
        <p:spPr>
          <a:xfrm>
            <a:off x="0" y="6400800"/>
            <a:ext cx="12188880" cy="4539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72" name="Rectangle 8"/>
          <p:cNvSpPr/>
          <p:nvPr/>
        </p:nvSpPr>
        <p:spPr>
          <a:xfrm>
            <a:off x="0" y="6334200"/>
            <a:ext cx="12188880" cy="62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0880" bIns="2088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cxnSp>
        <p:nvCxnSpPr>
          <p:cNvPr id="273" name="Straight Connector 9"/>
          <p:cNvCxnSpPr/>
          <p:nvPr/>
        </p:nvCxnSpPr>
        <p:spPr>
          <a:xfrm>
            <a:off x="1193400" y="1737720"/>
            <a:ext cx="9970200" cy="3240"/>
          </a:xfrm>
          <a:prstGeom prst="straightConnector1">
            <a:avLst/>
          </a:prstGeom>
          <a:ln w="6350">
            <a:solidFill>
              <a:srgbClr val="808080"/>
            </a:solidFill>
            <a:round/>
          </a:ln>
        </p:spPr>
      </p:cxnSp>
      <p:sp>
        <p:nvSpPr>
          <p:cNvPr id="274" name="PlaceHolder 1"/>
          <p:cNvSpPr>
            <a:spLocks noGrp="1"/>
          </p:cNvSpPr>
          <p:nvPr>
            <p:ph type="ftr" idx="97"/>
          </p:nvPr>
        </p:nvSpPr>
        <p:spPr>
          <a:xfrm>
            <a:off x="3686040" y="6459840"/>
            <a:ext cx="481968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s-E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1400" strike="noStrike" u="non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  <a:endParaRPr b="0" lang="es-E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75" name="PlaceHolder 2"/>
          <p:cNvSpPr>
            <a:spLocks noGrp="1"/>
          </p:cNvSpPr>
          <p:nvPr>
            <p:ph type="sldNum" idx="98"/>
          </p:nvPr>
        </p:nvSpPr>
        <p:spPr>
          <a:xfrm>
            <a:off x="9900360" y="6459840"/>
            <a:ext cx="13089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050" strike="noStrike" u="none">
                <a:solidFill>
                  <a:srgbClr val="ffffff"/>
                </a:solidFill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BE6FF581-8506-4DBD-BBC7-DF72274E1DBC}" type="slidenum">
              <a:rPr b="0" lang="en-US" sz="1050" strike="noStrike" u="none">
                <a:solidFill>
                  <a:srgbClr val="ffffff"/>
                </a:solidFill>
                <a:uFillTx/>
                <a:latin typeface="Calibri"/>
              </a:rPr>
              <a:t>&lt;number&gt;</a:t>
            </a:fld>
            <a:endParaRPr b="0" lang="es-ES" sz="105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76" name="PlaceHolder 3"/>
          <p:cNvSpPr>
            <a:spLocks noGrp="1"/>
          </p:cNvSpPr>
          <p:nvPr>
            <p:ph type="dt" idx="99"/>
          </p:nvPr>
        </p:nvSpPr>
        <p:spPr>
          <a:xfrm>
            <a:off x="1097280" y="6459840"/>
            <a:ext cx="246888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s-E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s-ES" sz="1400" strike="noStrike" u="none">
                <a:solidFill>
                  <a:srgbClr val="000000"/>
                </a:solidFill>
                <a:uFillTx/>
                <a:latin typeface="Times New Roman"/>
              </a:rPr>
              <a:t>&lt;date/time&gt;</a:t>
            </a:r>
            <a:endParaRPr b="0" lang="es-E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3" r:id="rId2"/>
  </p:sldLayoutIdLst>
</p:sldMaster>
</file>

<file path=ppt/slideMasters/slideMaster3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Rectangle 6"/>
          <p:cNvSpPr/>
          <p:nvPr/>
        </p:nvSpPr>
        <p:spPr>
          <a:xfrm>
            <a:off x="0" y="6400800"/>
            <a:ext cx="12188880" cy="4539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78" name="Rectangle 8"/>
          <p:cNvSpPr/>
          <p:nvPr/>
        </p:nvSpPr>
        <p:spPr>
          <a:xfrm>
            <a:off x="0" y="6334200"/>
            <a:ext cx="12188880" cy="62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0880" bIns="2088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cxnSp>
        <p:nvCxnSpPr>
          <p:cNvPr id="279" name="Straight Connector 9"/>
          <p:cNvCxnSpPr/>
          <p:nvPr/>
        </p:nvCxnSpPr>
        <p:spPr>
          <a:xfrm>
            <a:off x="1193400" y="1737720"/>
            <a:ext cx="9970200" cy="3240"/>
          </a:xfrm>
          <a:prstGeom prst="straightConnector1">
            <a:avLst/>
          </a:prstGeom>
          <a:ln w="6350">
            <a:solidFill>
              <a:srgbClr val="808080"/>
            </a:solidFill>
            <a:round/>
          </a:ln>
        </p:spPr>
      </p:cxnSp>
      <p:sp>
        <p:nvSpPr>
          <p:cNvPr id="280" name="PlaceHolder 1"/>
          <p:cNvSpPr>
            <a:spLocks noGrp="1"/>
          </p:cNvSpPr>
          <p:nvPr>
            <p:ph type="ftr" idx="100"/>
          </p:nvPr>
        </p:nvSpPr>
        <p:spPr>
          <a:xfrm>
            <a:off x="3686040" y="6459840"/>
            <a:ext cx="481968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s-E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s-E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81" name="PlaceHolder 2"/>
          <p:cNvSpPr>
            <a:spLocks noGrp="1"/>
          </p:cNvSpPr>
          <p:nvPr>
            <p:ph type="sldNum" idx="101"/>
          </p:nvPr>
        </p:nvSpPr>
        <p:spPr>
          <a:xfrm>
            <a:off x="9900360" y="6459840"/>
            <a:ext cx="13089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050" strike="noStrike" u="none">
                <a:solidFill>
                  <a:srgbClr val="ffffff"/>
                </a:solidFill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1833E6A4-09F6-49D8-9DD0-8BCC767EB3C3}" type="slidenum">
              <a:rPr b="0" lang="en-US" sz="1050" strike="noStrike" u="none">
                <a:solidFill>
                  <a:srgbClr val="ffffff"/>
                </a:solidFill>
                <a:uFillTx/>
                <a:latin typeface="Calibri"/>
              </a:rPr>
              <a:t>1</a:t>
            </a:fld>
            <a:endParaRPr b="0" lang="es-ES" sz="105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82" name="PlaceHolder 3"/>
          <p:cNvSpPr>
            <a:spLocks noGrp="1"/>
          </p:cNvSpPr>
          <p:nvPr>
            <p:ph type="dt" idx="102"/>
          </p:nvPr>
        </p:nvSpPr>
        <p:spPr>
          <a:xfrm>
            <a:off x="1097280" y="6459840"/>
            <a:ext cx="246888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s-E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s-E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s-E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5" r:id="rId2"/>
  </p:sldLayoutIdLst>
</p:sldMaster>
</file>

<file path=ppt/slideMasters/slideMaster3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Rectangle 6"/>
          <p:cNvSpPr/>
          <p:nvPr/>
        </p:nvSpPr>
        <p:spPr>
          <a:xfrm>
            <a:off x="0" y="6400800"/>
            <a:ext cx="12188880" cy="4539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84" name="Rectangle 8"/>
          <p:cNvSpPr/>
          <p:nvPr/>
        </p:nvSpPr>
        <p:spPr>
          <a:xfrm>
            <a:off x="0" y="6334200"/>
            <a:ext cx="12188880" cy="62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0880" bIns="2088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cxnSp>
        <p:nvCxnSpPr>
          <p:cNvPr id="285" name="Straight Connector 9"/>
          <p:cNvCxnSpPr/>
          <p:nvPr/>
        </p:nvCxnSpPr>
        <p:spPr>
          <a:xfrm>
            <a:off x="1193400" y="1737720"/>
            <a:ext cx="9970200" cy="3240"/>
          </a:xfrm>
          <a:prstGeom prst="straightConnector1">
            <a:avLst/>
          </a:prstGeom>
          <a:ln w="6350">
            <a:solidFill>
              <a:srgbClr val="808080"/>
            </a:solidFill>
            <a:round/>
          </a:ln>
        </p:spPr>
      </p:cxnSp>
      <p:sp>
        <p:nvSpPr>
          <p:cNvPr id="28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0640" cy="114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8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200" cy="397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88" name="PlaceHolder 3"/>
          <p:cNvSpPr>
            <a:spLocks noGrp="1"/>
          </p:cNvSpPr>
          <p:nvPr>
            <p:ph type="body"/>
          </p:nvPr>
        </p:nvSpPr>
        <p:spPr>
          <a:xfrm>
            <a:off x="6231240" y="1604520"/>
            <a:ext cx="5353200" cy="397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89" name="PlaceHolder 4"/>
          <p:cNvSpPr>
            <a:spLocks noGrp="1"/>
          </p:cNvSpPr>
          <p:nvPr>
            <p:ph type="ftr" idx="103"/>
          </p:nvPr>
        </p:nvSpPr>
        <p:spPr>
          <a:xfrm>
            <a:off x="3686040" y="6459840"/>
            <a:ext cx="481968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s-E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1400" strike="noStrike" u="non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  <a:endParaRPr b="0" lang="es-E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90" name="PlaceHolder 5"/>
          <p:cNvSpPr>
            <a:spLocks noGrp="1"/>
          </p:cNvSpPr>
          <p:nvPr>
            <p:ph type="sldNum" idx="104"/>
          </p:nvPr>
        </p:nvSpPr>
        <p:spPr>
          <a:xfrm>
            <a:off x="9900360" y="6459840"/>
            <a:ext cx="13089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050" strike="noStrike" u="none">
                <a:solidFill>
                  <a:srgbClr val="ffffff"/>
                </a:solidFill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F39AD17E-D163-416A-B47C-C2438EC4E9AC}" type="slidenum">
              <a:rPr b="0" lang="en-US" sz="1050" strike="noStrike" u="none">
                <a:solidFill>
                  <a:srgbClr val="ffffff"/>
                </a:solidFill>
                <a:uFillTx/>
                <a:latin typeface="Calibri"/>
              </a:rPr>
              <a:t>&lt;number&gt;</a:t>
            </a:fld>
            <a:endParaRPr b="0" lang="es-ES" sz="105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91" name="PlaceHolder 6"/>
          <p:cNvSpPr>
            <a:spLocks noGrp="1"/>
          </p:cNvSpPr>
          <p:nvPr>
            <p:ph type="dt" idx="105"/>
          </p:nvPr>
        </p:nvSpPr>
        <p:spPr>
          <a:xfrm>
            <a:off x="1097280" y="6459840"/>
            <a:ext cx="246888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s-E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s-ES" sz="1400" strike="noStrike" u="none">
                <a:solidFill>
                  <a:srgbClr val="000000"/>
                </a:solidFill>
                <a:uFillTx/>
                <a:latin typeface="Times New Roman"/>
              </a:rPr>
              <a:t>&lt;date/time&gt;</a:t>
            </a:r>
            <a:endParaRPr b="0" lang="es-E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7" r:id="rId2"/>
  </p:sldLayoutIdLst>
</p:sldMaster>
</file>

<file path=ppt/slideMasters/slideMaster3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Rectangle 6"/>
          <p:cNvSpPr/>
          <p:nvPr/>
        </p:nvSpPr>
        <p:spPr>
          <a:xfrm>
            <a:off x="0" y="6400800"/>
            <a:ext cx="12188880" cy="4539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96" name="Rectangle 8"/>
          <p:cNvSpPr/>
          <p:nvPr/>
        </p:nvSpPr>
        <p:spPr>
          <a:xfrm>
            <a:off x="0" y="6334200"/>
            <a:ext cx="12188880" cy="62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0880" bIns="2088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cxnSp>
        <p:nvCxnSpPr>
          <p:cNvPr id="297" name="Straight Connector 9"/>
          <p:cNvCxnSpPr/>
          <p:nvPr/>
        </p:nvCxnSpPr>
        <p:spPr>
          <a:xfrm>
            <a:off x="1193400" y="1737720"/>
            <a:ext cx="9970200" cy="3240"/>
          </a:xfrm>
          <a:prstGeom prst="straightConnector1">
            <a:avLst/>
          </a:prstGeom>
          <a:ln w="6350">
            <a:solidFill>
              <a:srgbClr val="808080"/>
            </a:solidFill>
            <a:round/>
          </a:ln>
        </p:spPr>
      </p:cxnSp>
      <p:sp>
        <p:nvSpPr>
          <p:cNvPr id="29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0640" cy="114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99" name="PlaceHolder 2"/>
          <p:cNvSpPr>
            <a:spLocks noGrp="1"/>
          </p:cNvSpPr>
          <p:nvPr>
            <p:ph type="ftr" idx="106"/>
          </p:nvPr>
        </p:nvSpPr>
        <p:spPr>
          <a:xfrm>
            <a:off x="3686040" y="6459840"/>
            <a:ext cx="481968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s-E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1400" strike="noStrike" u="non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  <a:endParaRPr b="0" lang="es-E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00" name="PlaceHolder 3"/>
          <p:cNvSpPr>
            <a:spLocks noGrp="1"/>
          </p:cNvSpPr>
          <p:nvPr>
            <p:ph type="sldNum" idx="107"/>
          </p:nvPr>
        </p:nvSpPr>
        <p:spPr>
          <a:xfrm>
            <a:off x="9900360" y="6459840"/>
            <a:ext cx="13089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050" strike="noStrike" u="none">
                <a:solidFill>
                  <a:srgbClr val="ffffff"/>
                </a:solidFill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8FF9D49B-BC33-4568-BD7E-6382399EF5C6}" type="slidenum">
              <a:rPr b="0" lang="en-US" sz="1050" strike="noStrike" u="none">
                <a:solidFill>
                  <a:srgbClr val="ffffff"/>
                </a:solidFill>
                <a:uFillTx/>
                <a:latin typeface="Calibri"/>
              </a:rPr>
              <a:t>&lt;number&gt;</a:t>
            </a:fld>
            <a:endParaRPr b="0" lang="es-ES" sz="105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01" name="PlaceHolder 4"/>
          <p:cNvSpPr>
            <a:spLocks noGrp="1"/>
          </p:cNvSpPr>
          <p:nvPr>
            <p:ph type="dt" idx="108"/>
          </p:nvPr>
        </p:nvSpPr>
        <p:spPr>
          <a:xfrm>
            <a:off x="1097280" y="6459840"/>
            <a:ext cx="246888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s-E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s-ES" sz="1400" strike="noStrike" u="none">
                <a:solidFill>
                  <a:srgbClr val="000000"/>
                </a:solidFill>
                <a:uFillTx/>
                <a:latin typeface="Times New Roman"/>
              </a:rPr>
              <a:t>&lt;date/time&gt;</a:t>
            </a:r>
            <a:endParaRPr b="0" lang="es-E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9" r:id="rId2"/>
  </p:sldLayoutIdLst>
</p:sldMaster>
</file>

<file path=ppt/slideMasters/slideMaster3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Rectangle 6"/>
          <p:cNvSpPr/>
          <p:nvPr/>
        </p:nvSpPr>
        <p:spPr>
          <a:xfrm>
            <a:off x="0" y="6400800"/>
            <a:ext cx="12188880" cy="4539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04" name="Rectangle 8"/>
          <p:cNvSpPr/>
          <p:nvPr/>
        </p:nvSpPr>
        <p:spPr>
          <a:xfrm>
            <a:off x="0" y="6334200"/>
            <a:ext cx="12188880" cy="62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0880" bIns="2088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cxnSp>
        <p:nvCxnSpPr>
          <p:cNvPr id="305" name="Straight Connector 9"/>
          <p:cNvCxnSpPr/>
          <p:nvPr/>
        </p:nvCxnSpPr>
        <p:spPr>
          <a:xfrm>
            <a:off x="1193400" y="1737720"/>
            <a:ext cx="9970200" cy="3240"/>
          </a:xfrm>
          <a:prstGeom prst="straightConnector1">
            <a:avLst/>
          </a:prstGeom>
          <a:ln w="6350">
            <a:solidFill>
              <a:srgbClr val="808080"/>
            </a:solidFill>
            <a:round/>
          </a:ln>
        </p:spPr>
      </p:cxnSp>
      <p:sp>
        <p:nvSpPr>
          <p:cNvPr id="30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0640" cy="114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0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0640" cy="397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08" name="PlaceHolder 3"/>
          <p:cNvSpPr>
            <a:spLocks noGrp="1"/>
          </p:cNvSpPr>
          <p:nvPr>
            <p:ph type="ftr" idx="109"/>
          </p:nvPr>
        </p:nvSpPr>
        <p:spPr>
          <a:xfrm>
            <a:off x="3686040" y="6459840"/>
            <a:ext cx="481968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s-E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1400" strike="noStrike" u="non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  <a:endParaRPr b="0" lang="es-E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09" name="PlaceHolder 4"/>
          <p:cNvSpPr>
            <a:spLocks noGrp="1"/>
          </p:cNvSpPr>
          <p:nvPr>
            <p:ph type="sldNum" idx="110"/>
          </p:nvPr>
        </p:nvSpPr>
        <p:spPr>
          <a:xfrm>
            <a:off x="9900360" y="6459840"/>
            <a:ext cx="13089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050" strike="noStrike" u="none">
                <a:solidFill>
                  <a:srgbClr val="ffffff"/>
                </a:solidFill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D1EE4ACC-63FC-427D-A55A-CF61F5E1B47C}" type="slidenum">
              <a:rPr b="0" lang="en-US" sz="1050" strike="noStrike" u="none">
                <a:solidFill>
                  <a:srgbClr val="ffffff"/>
                </a:solidFill>
                <a:uFillTx/>
                <a:latin typeface="Calibri"/>
              </a:rPr>
              <a:t>&lt;number&gt;</a:t>
            </a:fld>
            <a:endParaRPr b="0" lang="es-ES" sz="105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10" name="PlaceHolder 5"/>
          <p:cNvSpPr>
            <a:spLocks noGrp="1"/>
          </p:cNvSpPr>
          <p:nvPr>
            <p:ph type="dt" idx="111"/>
          </p:nvPr>
        </p:nvSpPr>
        <p:spPr>
          <a:xfrm>
            <a:off x="1097280" y="6459840"/>
            <a:ext cx="246888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s-E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s-ES" sz="1400" strike="noStrike" u="none">
                <a:solidFill>
                  <a:srgbClr val="000000"/>
                </a:solidFill>
                <a:uFillTx/>
                <a:latin typeface="Times New Roman"/>
              </a:rPr>
              <a:t>&lt;date/time&gt;</a:t>
            </a:r>
            <a:endParaRPr b="0" lang="es-E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1" r:id="rId2"/>
  </p:sldLayoutIdLst>
</p:sldMaster>
</file>

<file path=ppt/slideMasters/slideMaster3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Rectangle 6"/>
          <p:cNvSpPr/>
          <p:nvPr/>
        </p:nvSpPr>
        <p:spPr>
          <a:xfrm>
            <a:off x="0" y="6400800"/>
            <a:ext cx="12188880" cy="4539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14" name="Rectangle 8"/>
          <p:cNvSpPr/>
          <p:nvPr/>
        </p:nvSpPr>
        <p:spPr>
          <a:xfrm>
            <a:off x="0" y="6334200"/>
            <a:ext cx="12188880" cy="62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0880" bIns="2088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cxnSp>
        <p:nvCxnSpPr>
          <p:cNvPr id="315" name="Straight Connector 9"/>
          <p:cNvCxnSpPr/>
          <p:nvPr/>
        </p:nvCxnSpPr>
        <p:spPr>
          <a:xfrm>
            <a:off x="1193400" y="1737720"/>
            <a:ext cx="9970200" cy="3240"/>
          </a:xfrm>
          <a:prstGeom prst="straightConnector1">
            <a:avLst/>
          </a:prstGeom>
          <a:ln w="6350">
            <a:solidFill>
              <a:srgbClr val="808080"/>
            </a:solidFill>
            <a:round/>
          </a:ln>
        </p:spPr>
      </p:cxnSp>
      <p:sp>
        <p:nvSpPr>
          <p:cNvPr id="31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0640" cy="114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17" name="PlaceHolder 2"/>
          <p:cNvSpPr>
            <a:spLocks noGrp="1"/>
          </p:cNvSpPr>
          <p:nvPr>
            <p:ph type="ftr" idx="112"/>
          </p:nvPr>
        </p:nvSpPr>
        <p:spPr>
          <a:xfrm>
            <a:off x="3686040" y="6459840"/>
            <a:ext cx="481968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s-E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1400" strike="noStrike" u="non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  <a:endParaRPr b="0" lang="es-E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18" name="PlaceHolder 3"/>
          <p:cNvSpPr>
            <a:spLocks noGrp="1"/>
          </p:cNvSpPr>
          <p:nvPr>
            <p:ph type="sldNum" idx="113"/>
          </p:nvPr>
        </p:nvSpPr>
        <p:spPr>
          <a:xfrm>
            <a:off x="9900360" y="6459840"/>
            <a:ext cx="13089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050" strike="noStrike" u="none">
                <a:solidFill>
                  <a:srgbClr val="ffffff"/>
                </a:solidFill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B434B5C5-477F-4935-A0CA-4917099407D4}" type="slidenum">
              <a:rPr b="0" lang="en-US" sz="1050" strike="noStrike" u="none">
                <a:solidFill>
                  <a:srgbClr val="ffffff"/>
                </a:solidFill>
                <a:uFillTx/>
                <a:latin typeface="Calibri"/>
              </a:rPr>
              <a:t>&lt;number&gt;</a:t>
            </a:fld>
            <a:endParaRPr b="0" lang="es-ES" sz="105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19" name="PlaceHolder 4"/>
          <p:cNvSpPr>
            <a:spLocks noGrp="1"/>
          </p:cNvSpPr>
          <p:nvPr>
            <p:ph type="dt" idx="114"/>
          </p:nvPr>
        </p:nvSpPr>
        <p:spPr>
          <a:xfrm>
            <a:off x="1097280" y="6459840"/>
            <a:ext cx="246888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s-E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s-ES" sz="1400" strike="noStrike" u="none">
                <a:solidFill>
                  <a:srgbClr val="000000"/>
                </a:solidFill>
                <a:uFillTx/>
                <a:latin typeface="Times New Roman"/>
              </a:rPr>
              <a:t>&lt;date/time&gt;</a:t>
            </a:r>
            <a:endParaRPr b="0" lang="es-E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3" r:id="rId2"/>
  </p:sldLayoutIdLst>
</p:sldMaster>
</file>

<file path=ppt/slideMasters/slideMaster3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Rectangle 6"/>
          <p:cNvSpPr/>
          <p:nvPr/>
        </p:nvSpPr>
        <p:spPr>
          <a:xfrm>
            <a:off x="0" y="6400800"/>
            <a:ext cx="12188880" cy="4539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23" name="Rectangle 8"/>
          <p:cNvSpPr/>
          <p:nvPr/>
        </p:nvSpPr>
        <p:spPr>
          <a:xfrm>
            <a:off x="0" y="6334200"/>
            <a:ext cx="12188880" cy="62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0880" bIns="2088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cxnSp>
        <p:nvCxnSpPr>
          <p:cNvPr id="324" name="Straight Connector 9"/>
          <p:cNvCxnSpPr/>
          <p:nvPr/>
        </p:nvCxnSpPr>
        <p:spPr>
          <a:xfrm>
            <a:off x="1193400" y="1737720"/>
            <a:ext cx="9970200" cy="3240"/>
          </a:xfrm>
          <a:prstGeom prst="straightConnector1">
            <a:avLst/>
          </a:prstGeom>
          <a:ln w="6350">
            <a:solidFill>
              <a:srgbClr val="808080"/>
            </a:solidFill>
            <a:round/>
          </a:ln>
        </p:spPr>
      </p:cxnSp>
      <p:sp>
        <p:nvSpPr>
          <p:cNvPr id="325" name="PlaceHolder 1"/>
          <p:cNvSpPr>
            <a:spLocks noGrp="1"/>
          </p:cNvSpPr>
          <p:nvPr>
            <p:ph type="ftr" idx="115"/>
          </p:nvPr>
        </p:nvSpPr>
        <p:spPr>
          <a:xfrm>
            <a:off x="3686040" y="6459840"/>
            <a:ext cx="481968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s-E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s-E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26" name="PlaceHolder 2"/>
          <p:cNvSpPr>
            <a:spLocks noGrp="1"/>
          </p:cNvSpPr>
          <p:nvPr>
            <p:ph type="sldNum" idx="116"/>
          </p:nvPr>
        </p:nvSpPr>
        <p:spPr>
          <a:xfrm>
            <a:off x="9900360" y="6459840"/>
            <a:ext cx="13089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050" strike="noStrike" u="none">
                <a:solidFill>
                  <a:srgbClr val="ffffff"/>
                </a:solidFill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DD4D3883-829E-4FA2-B452-CCD935B3C0B9}" type="slidenum">
              <a:rPr b="0" lang="en-US" sz="1050" strike="noStrike" u="none">
                <a:solidFill>
                  <a:srgbClr val="ffffff"/>
                </a:solidFill>
                <a:uFillTx/>
                <a:latin typeface="Calibri"/>
              </a:rPr>
              <a:t>1</a:t>
            </a:fld>
            <a:endParaRPr b="0" lang="es-ES" sz="105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27" name="PlaceHolder 3"/>
          <p:cNvSpPr>
            <a:spLocks noGrp="1"/>
          </p:cNvSpPr>
          <p:nvPr>
            <p:ph type="dt" idx="117"/>
          </p:nvPr>
        </p:nvSpPr>
        <p:spPr>
          <a:xfrm>
            <a:off x="1097280" y="6459840"/>
            <a:ext cx="246888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s-E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s-E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s-E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5" r:id="rId2"/>
  </p:sldLayoutIdLst>
</p:sldMaster>
</file>

<file path=ppt/slideMasters/slideMaster4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Rectangle 6"/>
          <p:cNvSpPr/>
          <p:nvPr/>
        </p:nvSpPr>
        <p:spPr>
          <a:xfrm>
            <a:off x="0" y="6400800"/>
            <a:ext cx="12188880" cy="4539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29" name="Rectangle 8"/>
          <p:cNvSpPr/>
          <p:nvPr/>
        </p:nvSpPr>
        <p:spPr>
          <a:xfrm>
            <a:off x="0" y="6334200"/>
            <a:ext cx="12188880" cy="62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0880" bIns="2088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cxnSp>
        <p:nvCxnSpPr>
          <p:cNvPr id="330" name="Straight Connector 9"/>
          <p:cNvCxnSpPr/>
          <p:nvPr/>
        </p:nvCxnSpPr>
        <p:spPr>
          <a:xfrm>
            <a:off x="1193400" y="1737720"/>
            <a:ext cx="9970200" cy="3240"/>
          </a:xfrm>
          <a:prstGeom prst="straightConnector1">
            <a:avLst/>
          </a:prstGeom>
          <a:ln w="6350">
            <a:solidFill>
              <a:srgbClr val="808080"/>
            </a:solidFill>
            <a:round/>
          </a:ln>
        </p:spPr>
      </p:cxnSp>
      <p:sp>
        <p:nvSpPr>
          <p:cNvPr id="33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0640" cy="114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3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0640" cy="397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33" name="PlaceHolder 3"/>
          <p:cNvSpPr>
            <a:spLocks noGrp="1"/>
          </p:cNvSpPr>
          <p:nvPr>
            <p:ph type="ftr" idx="118"/>
          </p:nvPr>
        </p:nvSpPr>
        <p:spPr>
          <a:xfrm>
            <a:off x="3686040" y="6459840"/>
            <a:ext cx="481968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s-E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1400" strike="noStrike" u="non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  <a:endParaRPr b="0" lang="es-E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34" name="PlaceHolder 4"/>
          <p:cNvSpPr>
            <a:spLocks noGrp="1"/>
          </p:cNvSpPr>
          <p:nvPr>
            <p:ph type="sldNum" idx="119"/>
          </p:nvPr>
        </p:nvSpPr>
        <p:spPr>
          <a:xfrm>
            <a:off x="9900360" y="6459840"/>
            <a:ext cx="13089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050" strike="noStrike" u="none">
                <a:solidFill>
                  <a:srgbClr val="ffffff"/>
                </a:solidFill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7BF46C5A-37DB-4B70-BE8B-9CA120ADC91C}" type="slidenum">
              <a:rPr b="0" lang="en-US" sz="1050" strike="noStrike" u="none">
                <a:solidFill>
                  <a:srgbClr val="ffffff"/>
                </a:solidFill>
                <a:uFillTx/>
                <a:latin typeface="Calibri"/>
              </a:rPr>
              <a:t>&lt;number&gt;</a:t>
            </a:fld>
            <a:endParaRPr b="0" lang="es-ES" sz="105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35" name="PlaceHolder 5"/>
          <p:cNvSpPr>
            <a:spLocks noGrp="1"/>
          </p:cNvSpPr>
          <p:nvPr>
            <p:ph type="dt" idx="120"/>
          </p:nvPr>
        </p:nvSpPr>
        <p:spPr>
          <a:xfrm>
            <a:off x="1097280" y="6459840"/>
            <a:ext cx="246888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s-E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s-ES" sz="1400" strike="noStrike" u="none">
                <a:solidFill>
                  <a:srgbClr val="000000"/>
                </a:solidFill>
                <a:uFillTx/>
                <a:latin typeface="Times New Roman"/>
              </a:rPr>
              <a:t>&lt;date/time&gt;</a:t>
            </a:r>
            <a:endParaRPr b="0" lang="es-E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7" r:id="rId2"/>
  </p:sldLayoutIdLst>
</p:sldMaster>
</file>

<file path=ppt/slideMasters/slideMaster4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Rectangle 6"/>
          <p:cNvSpPr/>
          <p:nvPr/>
        </p:nvSpPr>
        <p:spPr>
          <a:xfrm>
            <a:off x="0" y="6400800"/>
            <a:ext cx="12188880" cy="4539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39" name="Rectangle 8"/>
          <p:cNvSpPr/>
          <p:nvPr/>
        </p:nvSpPr>
        <p:spPr>
          <a:xfrm>
            <a:off x="0" y="6334200"/>
            <a:ext cx="12188880" cy="62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0880" bIns="2088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cxnSp>
        <p:nvCxnSpPr>
          <p:cNvPr id="340" name="Straight Connector 9"/>
          <p:cNvCxnSpPr/>
          <p:nvPr/>
        </p:nvCxnSpPr>
        <p:spPr>
          <a:xfrm>
            <a:off x="1193400" y="1737720"/>
            <a:ext cx="9970200" cy="3240"/>
          </a:xfrm>
          <a:prstGeom prst="straightConnector1">
            <a:avLst/>
          </a:prstGeom>
          <a:ln w="6350">
            <a:solidFill>
              <a:srgbClr val="808080"/>
            </a:solidFill>
            <a:round/>
          </a:ln>
        </p:spPr>
      </p:cxnSp>
      <p:sp>
        <p:nvSpPr>
          <p:cNvPr id="341" name="PlaceHolder 1"/>
          <p:cNvSpPr>
            <a:spLocks noGrp="1"/>
          </p:cNvSpPr>
          <p:nvPr>
            <p:ph type="ftr" idx="121"/>
          </p:nvPr>
        </p:nvSpPr>
        <p:spPr>
          <a:xfrm>
            <a:off x="3686040" y="6459840"/>
            <a:ext cx="481968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s-E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1400" strike="noStrike" u="non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  <a:endParaRPr b="0" lang="es-E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42" name="PlaceHolder 2"/>
          <p:cNvSpPr>
            <a:spLocks noGrp="1"/>
          </p:cNvSpPr>
          <p:nvPr>
            <p:ph type="sldNum" idx="122"/>
          </p:nvPr>
        </p:nvSpPr>
        <p:spPr>
          <a:xfrm>
            <a:off x="9900360" y="6459840"/>
            <a:ext cx="13089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050" strike="noStrike" u="none">
                <a:solidFill>
                  <a:srgbClr val="ffffff"/>
                </a:solidFill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1AB81819-95F9-41C0-B7D9-DCE6F93BC1D3}" type="slidenum">
              <a:rPr b="0" lang="en-US" sz="1050" strike="noStrike" u="none">
                <a:solidFill>
                  <a:srgbClr val="ffffff"/>
                </a:solidFill>
                <a:uFillTx/>
                <a:latin typeface="Calibri"/>
              </a:rPr>
              <a:t>&lt;number&gt;</a:t>
            </a:fld>
            <a:endParaRPr b="0" lang="es-ES" sz="105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43" name="PlaceHolder 3"/>
          <p:cNvSpPr>
            <a:spLocks noGrp="1"/>
          </p:cNvSpPr>
          <p:nvPr>
            <p:ph type="dt" idx="123"/>
          </p:nvPr>
        </p:nvSpPr>
        <p:spPr>
          <a:xfrm>
            <a:off x="1097280" y="6459840"/>
            <a:ext cx="246888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s-E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s-ES" sz="1400" strike="noStrike" u="none">
                <a:solidFill>
                  <a:srgbClr val="000000"/>
                </a:solidFill>
                <a:uFillTx/>
                <a:latin typeface="Times New Roman"/>
              </a:rPr>
              <a:t>&lt;date/time&gt;</a:t>
            </a:r>
            <a:endParaRPr b="0" lang="es-E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9" r:id="rId2"/>
  </p:sldLayoutIdLst>
</p:sldMaster>
</file>

<file path=ppt/slideMasters/slideMaster4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Rectangle 6"/>
          <p:cNvSpPr/>
          <p:nvPr/>
        </p:nvSpPr>
        <p:spPr>
          <a:xfrm>
            <a:off x="0" y="6400800"/>
            <a:ext cx="12188880" cy="4539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45" name="Rectangle 8"/>
          <p:cNvSpPr/>
          <p:nvPr/>
        </p:nvSpPr>
        <p:spPr>
          <a:xfrm>
            <a:off x="0" y="6334200"/>
            <a:ext cx="12188880" cy="62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0880" bIns="2088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cxnSp>
        <p:nvCxnSpPr>
          <p:cNvPr id="346" name="Straight Connector 9"/>
          <p:cNvCxnSpPr/>
          <p:nvPr/>
        </p:nvCxnSpPr>
        <p:spPr>
          <a:xfrm>
            <a:off x="1193400" y="1737720"/>
            <a:ext cx="9970200" cy="3240"/>
          </a:xfrm>
          <a:prstGeom prst="straightConnector1">
            <a:avLst/>
          </a:prstGeom>
          <a:ln w="6350">
            <a:solidFill>
              <a:srgbClr val="808080"/>
            </a:solidFill>
            <a:round/>
          </a:ln>
        </p:spPr>
      </p:cxnSp>
      <p:sp>
        <p:nvSpPr>
          <p:cNvPr id="34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0640" cy="114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4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200" cy="397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49" name="PlaceHolder 3"/>
          <p:cNvSpPr>
            <a:spLocks noGrp="1"/>
          </p:cNvSpPr>
          <p:nvPr>
            <p:ph type="body"/>
          </p:nvPr>
        </p:nvSpPr>
        <p:spPr>
          <a:xfrm>
            <a:off x="6231240" y="1604520"/>
            <a:ext cx="5353200" cy="397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50" name="PlaceHolder 4"/>
          <p:cNvSpPr>
            <a:spLocks noGrp="1"/>
          </p:cNvSpPr>
          <p:nvPr>
            <p:ph type="ftr" idx="124"/>
          </p:nvPr>
        </p:nvSpPr>
        <p:spPr>
          <a:xfrm>
            <a:off x="3686040" y="6459840"/>
            <a:ext cx="481968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s-E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1400" strike="noStrike" u="non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  <a:endParaRPr b="0" lang="es-E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51" name="PlaceHolder 5"/>
          <p:cNvSpPr>
            <a:spLocks noGrp="1"/>
          </p:cNvSpPr>
          <p:nvPr>
            <p:ph type="sldNum" idx="125"/>
          </p:nvPr>
        </p:nvSpPr>
        <p:spPr>
          <a:xfrm>
            <a:off x="9900360" y="6459840"/>
            <a:ext cx="13089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050" strike="noStrike" u="none">
                <a:solidFill>
                  <a:srgbClr val="ffffff"/>
                </a:solidFill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73C683A0-2929-4F52-9805-E9091349A536}" type="slidenum">
              <a:rPr b="0" lang="en-US" sz="1050" strike="noStrike" u="none">
                <a:solidFill>
                  <a:srgbClr val="ffffff"/>
                </a:solidFill>
                <a:uFillTx/>
                <a:latin typeface="Calibri"/>
              </a:rPr>
              <a:t>&lt;number&gt;</a:t>
            </a:fld>
            <a:endParaRPr b="0" lang="es-ES" sz="105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52" name="PlaceHolder 6"/>
          <p:cNvSpPr>
            <a:spLocks noGrp="1"/>
          </p:cNvSpPr>
          <p:nvPr>
            <p:ph type="dt" idx="126"/>
          </p:nvPr>
        </p:nvSpPr>
        <p:spPr>
          <a:xfrm>
            <a:off x="1097280" y="6459840"/>
            <a:ext cx="246888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s-E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s-ES" sz="1400" strike="noStrike" u="none">
                <a:solidFill>
                  <a:srgbClr val="000000"/>
                </a:solidFill>
                <a:uFillTx/>
                <a:latin typeface="Times New Roman"/>
              </a:rPr>
              <a:t>&lt;date/time&gt;</a:t>
            </a:r>
            <a:endParaRPr b="0" lang="es-E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1" r:id="rId2"/>
  </p:sldLayoutIdLst>
</p:sldMaster>
</file>

<file path=ppt/slideMasters/slideMaster4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Rectangle 6"/>
          <p:cNvSpPr/>
          <p:nvPr/>
        </p:nvSpPr>
        <p:spPr>
          <a:xfrm>
            <a:off x="0" y="6400800"/>
            <a:ext cx="12188880" cy="4539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57" name="Rectangle 8"/>
          <p:cNvSpPr/>
          <p:nvPr/>
        </p:nvSpPr>
        <p:spPr>
          <a:xfrm>
            <a:off x="0" y="6334200"/>
            <a:ext cx="12188880" cy="62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0880" bIns="2088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cxnSp>
        <p:nvCxnSpPr>
          <p:cNvPr id="358" name="Straight Connector 9"/>
          <p:cNvCxnSpPr/>
          <p:nvPr/>
        </p:nvCxnSpPr>
        <p:spPr>
          <a:xfrm>
            <a:off x="1193400" y="1737720"/>
            <a:ext cx="9970200" cy="3240"/>
          </a:xfrm>
          <a:prstGeom prst="straightConnector1">
            <a:avLst/>
          </a:prstGeom>
          <a:ln w="6350">
            <a:solidFill>
              <a:srgbClr val="808080"/>
            </a:solidFill>
            <a:round/>
          </a:ln>
        </p:spPr>
      </p:cxnSp>
      <p:sp>
        <p:nvSpPr>
          <p:cNvPr id="35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0640" cy="114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60" name="PlaceHolder 2"/>
          <p:cNvSpPr>
            <a:spLocks noGrp="1"/>
          </p:cNvSpPr>
          <p:nvPr>
            <p:ph type="ftr" idx="127"/>
          </p:nvPr>
        </p:nvSpPr>
        <p:spPr>
          <a:xfrm>
            <a:off x="3686040" y="6459840"/>
            <a:ext cx="481968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s-E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1400" strike="noStrike" u="non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  <a:endParaRPr b="0" lang="es-E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61" name="PlaceHolder 3"/>
          <p:cNvSpPr>
            <a:spLocks noGrp="1"/>
          </p:cNvSpPr>
          <p:nvPr>
            <p:ph type="sldNum" idx="128"/>
          </p:nvPr>
        </p:nvSpPr>
        <p:spPr>
          <a:xfrm>
            <a:off x="9900360" y="6459840"/>
            <a:ext cx="13089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050" strike="noStrike" u="none">
                <a:solidFill>
                  <a:srgbClr val="ffffff"/>
                </a:solidFill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61FE13C4-D3E9-4904-8BBE-A5E3F2613F6F}" type="slidenum">
              <a:rPr b="0" lang="en-US" sz="1050" strike="noStrike" u="none">
                <a:solidFill>
                  <a:srgbClr val="ffffff"/>
                </a:solidFill>
                <a:uFillTx/>
                <a:latin typeface="Calibri"/>
              </a:rPr>
              <a:t>&lt;number&gt;</a:t>
            </a:fld>
            <a:endParaRPr b="0" lang="es-ES" sz="105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62" name="PlaceHolder 4"/>
          <p:cNvSpPr>
            <a:spLocks noGrp="1"/>
          </p:cNvSpPr>
          <p:nvPr>
            <p:ph type="dt" idx="129"/>
          </p:nvPr>
        </p:nvSpPr>
        <p:spPr>
          <a:xfrm>
            <a:off x="1097280" y="6459840"/>
            <a:ext cx="246888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s-E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s-ES" sz="1400" strike="noStrike" u="none">
                <a:solidFill>
                  <a:srgbClr val="000000"/>
                </a:solidFill>
                <a:uFillTx/>
                <a:latin typeface="Times New Roman"/>
              </a:rPr>
              <a:t>&lt;date/time&gt;</a:t>
            </a:r>
            <a:endParaRPr b="0" lang="es-E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3" r:id="rId2"/>
  </p:sldLayoutIdLst>
</p:sldMaster>
</file>

<file path=ppt/slideMasters/slideMaster4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Rectangle 6"/>
          <p:cNvSpPr/>
          <p:nvPr/>
        </p:nvSpPr>
        <p:spPr>
          <a:xfrm>
            <a:off x="0" y="6400800"/>
            <a:ext cx="12188880" cy="4539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65" name="Rectangle 8"/>
          <p:cNvSpPr/>
          <p:nvPr/>
        </p:nvSpPr>
        <p:spPr>
          <a:xfrm>
            <a:off x="0" y="6334200"/>
            <a:ext cx="12188880" cy="62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0880" bIns="2088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cxnSp>
        <p:nvCxnSpPr>
          <p:cNvPr id="366" name="Straight Connector 9"/>
          <p:cNvCxnSpPr/>
          <p:nvPr/>
        </p:nvCxnSpPr>
        <p:spPr>
          <a:xfrm>
            <a:off x="1193400" y="1737720"/>
            <a:ext cx="9970200" cy="3240"/>
          </a:xfrm>
          <a:prstGeom prst="straightConnector1">
            <a:avLst/>
          </a:prstGeom>
          <a:ln w="6350">
            <a:solidFill>
              <a:srgbClr val="808080"/>
            </a:solidFill>
            <a:round/>
          </a:ln>
        </p:spPr>
      </p:cxnSp>
      <p:sp>
        <p:nvSpPr>
          <p:cNvPr id="36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0640" cy="114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68" name="PlaceHolder 2"/>
          <p:cNvSpPr>
            <a:spLocks noGrp="1"/>
          </p:cNvSpPr>
          <p:nvPr>
            <p:ph type="ftr" idx="130"/>
          </p:nvPr>
        </p:nvSpPr>
        <p:spPr>
          <a:xfrm>
            <a:off x="3686040" y="6459840"/>
            <a:ext cx="481968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s-E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s-E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69" name="PlaceHolder 3"/>
          <p:cNvSpPr>
            <a:spLocks noGrp="1"/>
          </p:cNvSpPr>
          <p:nvPr>
            <p:ph type="sldNum" idx="131"/>
          </p:nvPr>
        </p:nvSpPr>
        <p:spPr>
          <a:xfrm>
            <a:off x="9900360" y="6459840"/>
            <a:ext cx="13089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050" strike="noStrike" u="none">
                <a:solidFill>
                  <a:srgbClr val="ffffff"/>
                </a:solidFill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1A2D8E68-7ABA-47E5-B1B0-102D99A0E7E4}" type="slidenum">
              <a:rPr b="0" lang="en-US" sz="1050" strike="noStrike" u="none">
                <a:solidFill>
                  <a:srgbClr val="ffffff"/>
                </a:solidFill>
                <a:uFillTx/>
                <a:latin typeface="Calibri"/>
              </a:rPr>
              <a:t>1</a:t>
            </a:fld>
            <a:endParaRPr b="0" lang="es-ES" sz="105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70" name="PlaceHolder 4"/>
          <p:cNvSpPr>
            <a:spLocks noGrp="1"/>
          </p:cNvSpPr>
          <p:nvPr>
            <p:ph type="dt" idx="132"/>
          </p:nvPr>
        </p:nvSpPr>
        <p:spPr>
          <a:xfrm>
            <a:off x="1097280" y="6459840"/>
            <a:ext cx="246888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s-E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s-E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s-E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5" r:id="rId2"/>
  </p:sldLayoutIdLst>
</p:sldMaster>
</file>

<file path=ppt/slideMasters/slideMaster4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Rectangle 6"/>
          <p:cNvSpPr/>
          <p:nvPr/>
        </p:nvSpPr>
        <p:spPr>
          <a:xfrm>
            <a:off x="0" y="6400800"/>
            <a:ext cx="12188880" cy="4539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73" name="Rectangle 8"/>
          <p:cNvSpPr/>
          <p:nvPr/>
        </p:nvSpPr>
        <p:spPr>
          <a:xfrm>
            <a:off x="0" y="6334200"/>
            <a:ext cx="12188880" cy="62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0880" bIns="2088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cxnSp>
        <p:nvCxnSpPr>
          <p:cNvPr id="374" name="Straight Connector 9"/>
          <p:cNvCxnSpPr/>
          <p:nvPr/>
        </p:nvCxnSpPr>
        <p:spPr>
          <a:xfrm>
            <a:off x="1193400" y="1737720"/>
            <a:ext cx="9970200" cy="3240"/>
          </a:xfrm>
          <a:prstGeom prst="straightConnector1">
            <a:avLst/>
          </a:prstGeom>
          <a:ln w="6350">
            <a:solidFill>
              <a:srgbClr val="808080"/>
            </a:solidFill>
            <a:round/>
          </a:ln>
        </p:spPr>
      </p:cxnSp>
      <p:sp>
        <p:nvSpPr>
          <p:cNvPr id="37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0640" cy="114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7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200" cy="397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77" name="PlaceHolder 3"/>
          <p:cNvSpPr>
            <a:spLocks noGrp="1"/>
          </p:cNvSpPr>
          <p:nvPr>
            <p:ph type="body"/>
          </p:nvPr>
        </p:nvSpPr>
        <p:spPr>
          <a:xfrm>
            <a:off x="6231240" y="1604520"/>
            <a:ext cx="5353200" cy="397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78" name="PlaceHolder 4"/>
          <p:cNvSpPr>
            <a:spLocks noGrp="1"/>
          </p:cNvSpPr>
          <p:nvPr>
            <p:ph type="ftr" idx="133"/>
          </p:nvPr>
        </p:nvSpPr>
        <p:spPr>
          <a:xfrm>
            <a:off x="3686040" y="6459840"/>
            <a:ext cx="481968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s-E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1400" strike="noStrike" u="non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  <a:endParaRPr b="0" lang="es-E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79" name="PlaceHolder 5"/>
          <p:cNvSpPr>
            <a:spLocks noGrp="1"/>
          </p:cNvSpPr>
          <p:nvPr>
            <p:ph type="sldNum" idx="134"/>
          </p:nvPr>
        </p:nvSpPr>
        <p:spPr>
          <a:xfrm>
            <a:off x="9900360" y="6459840"/>
            <a:ext cx="13089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050" strike="noStrike" u="none">
                <a:solidFill>
                  <a:srgbClr val="ffffff"/>
                </a:solidFill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71F408C7-05D1-4D7D-B6A9-65114F77B6AC}" type="slidenum">
              <a:rPr b="0" lang="en-US" sz="1050" strike="noStrike" u="none">
                <a:solidFill>
                  <a:srgbClr val="ffffff"/>
                </a:solidFill>
                <a:uFillTx/>
                <a:latin typeface="Calibri"/>
              </a:rPr>
              <a:t>&lt;number&gt;</a:t>
            </a:fld>
            <a:endParaRPr b="0" lang="es-ES" sz="105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80" name="PlaceHolder 6"/>
          <p:cNvSpPr>
            <a:spLocks noGrp="1"/>
          </p:cNvSpPr>
          <p:nvPr>
            <p:ph type="dt" idx="135"/>
          </p:nvPr>
        </p:nvSpPr>
        <p:spPr>
          <a:xfrm>
            <a:off x="1097280" y="6459840"/>
            <a:ext cx="246888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s-E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s-ES" sz="1400" strike="noStrike" u="none">
                <a:solidFill>
                  <a:srgbClr val="000000"/>
                </a:solidFill>
                <a:uFillTx/>
                <a:latin typeface="Times New Roman"/>
              </a:rPr>
              <a:t>&lt;date/time&gt;</a:t>
            </a:r>
            <a:endParaRPr b="0" lang="es-E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7" r:id="rId2"/>
  </p:sldLayoutIdLst>
</p:sldMaster>
</file>

<file path=ppt/slideMasters/slideMaster4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Rectangle 6"/>
          <p:cNvSpPr/>
          <p:nvPr/>
        </p:nvSpPr>
        <p:spPr>
          <a:xfrm>
            <a:off x="0" y="6400800"/>
            <a:ext cx="12188880" cy="4539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85" name="Rectangle 8"/>
          <p:cNvSpPr/>
          <p:nvPr/>
        </p:nvSpPr>
        <p:spPr>
          <a:xfrm>
            <a:off x="0" y="6334200"/>
            <a:ext cx="12188880" cy="62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0880" bIns="2088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cxnSp>
        <p:nvCxnSpPr>
          <p:cNvPr id="386" name="Straight Connector 9"/>
          <p:cNvCxnSpPr/>
          <p:nvPr/>
        </p:nvCxnSpPr>
        <p:spPr>
          <a:xfrm>
            <a:off x="1193400" y="1737720"/>
            <a:ext cx="9970200" cy="3240"/>
          </a:xfrm>
          <a:prstGeom prst="straightConnector1">
            <a:avLst/>
          </a:prstGeom>
          <a:ln w="6350">
            <a:solidFill>
              <a:srgbClr val="808080"/>
            </a:solidFill>
            <a:round/>
          </a:ln>
        </p:spPr>
      </p:cxnSp>
      <p:sp>
        <p:nvSpPr>
          <p:cNvPr id="387" name="PlaceHolder 1"/>
          <p:cNvSpPr>
            <a:spLocks noGrp="1"/>
          </p:cNvSpPr>
          <p:nvPr>
            <p:ph type="ftr" idx="136"/>
          </p:nvPr>
        </p:nvSpPr>
        <p:spPr>
          <a:xfrm>
            <a:off x="3686040" y="6459840"/>
            <a:ext cx="481968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s-E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1400" strike="noStrike" u="non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  <a:endParaRPr b="0" lang="es-E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88" name="PlaceHolder 2"/>
          <p:cNvSpPr>
            <a:spLocks noGrp="1"/>
          </p:cNvSpPr>
          <p:nvPr>
            <p:ph type="sldNum" idx="137"/>
          </p:nvPr>
        </p:nvSpPr>
        <p:spPr>
          <a:xfrm>
            <a:off x="9900360" y="6459840"/>
            <a:ext cx="13089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050" strike="noStrike" u="none">
                <a:solidFill>
                  <a:srgbClr val="ffffff"/>
                </a:solidFill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CA8CC40E-5C90-4F7B-8A65-DC044F80C833}" type="slidenum">
              <a:rPr b="0" lang="en-US" sz="1050" strike="noStrike" u="none">
                <a:solidFill>
                  <a:srgbClr val="ffffff"/>
                </a:solidFill>
                <a:uFillTx/>
                <a:latin typeface="Calibri"/>
              </a:rPr>
              <a:t>&lt;number&gt;</a:t>
            </a:fld>
            <a:endParaRPr b="0" lang="es-ES" sz="105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89" name="PlaceHolder 3"/>
          <p:cNvSpPr>
            <a:spLocks noGrp="1"/>
          </p:cNvSpPr>
          <p:nvPr>
            <p:ph type="dt" idx="138"/>
          </p:nvPr>
        </p:nvSpPr>
        <p:spPr>
          <a:xfrm>
            <a:off x="1097280" y="6459840"/>
            <a:ext cx="246888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s-E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s-ES" sz="1400" strike="noStrike" u="none">
                <a:solidFill>
                  <a:srgbClr val="000000"/>
                </a:solidFill>
                <a:uFillTx/>
                <a:latin typeface="Times New Roman"/>
              </a:rPr>
              <a:t>&lt;date/time&gt;</a:t>
            </a:r>
            <a:endParaRPr b="0" lang="es-E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9" r:id="rId2"/>
  </p:sldLayoutIdLst>
</p:sldMaster>
</file>

<file path=ppt/slideMasters/slideMaster4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Rectangle 6"/>
          <p:cNvSpPr/>
          <p:nvPr/>
        </p:nvSpPr>
        <p:spPr>
          <a:xfrm>
            <a:off x="0" y="6400800"/>
            <a:ext cx="12188880" cy="4539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91" name="Rectangle 8"/>
          <p:cNvSpPr/>
          <p:nvPr/>
        </p:nvSpPr>
        <p:spPr>
          <a:xfrm>
            <a:off x="0" y="6334200"/>
            <a:ext cx="12188880" cy="62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0880" bIns="2088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cxnSp>
        <p:nvCxnSpPr>
          <p:cNvPr id="392" name="Straight Connector 9"/>
          <p:cNvCxnSpPr/>
          <p:nvPr/>
        </p:nvCxnSpPr>
        <p:spPr>
          <a:xfrm>
            <a:off x="1193400" y="1737720"/>
            <a:ext cx="9970200" cy="3240"/>
          </a:xfrm>
          <a:prstGeom prst="straightConnector1">
            <a:avLst/>
          </a:prstGeom>
          <a:ln w="6350">
            <a:solidFill>
              <a:srgbClr val="808080"/>
            </a:solidFill>
            <a:round/>
          </a:ln>
        </p:spPr>
      </p:cxnSp>
      <p:sp>
        <p:nvSpPr>
          <p:cNvPr id="39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0640" cy="114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94" name="PlaceHolder 2"/>
          <p:cNvSpPr>
            <a:spLocks noGrp="1"/>
          </p:cNvSpPr>
          <p:nvPr>
            <p:ph type="ftr" idx="139"/>
          </p:nvPr>
        </p:nvSpPr>
        <p:spPr>
          <a:xfrm>
            <a:off x="3686040" y="6459840"/>
            <a:ext cx="481968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s-E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s-E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95" name="PlaceHolder 3"/>
          <p:cNvSpPr>
            <a:spLocks noGrp="1"/>
          </p:cNvSpPr>
          <p:nvPr>
            <p:ph type="sldNum" idx="140"/>
          </p:nvPr>
        </p:nvSpPr>
        <p:spPr>
          <a:xfrm>
            <a:off x="9900360" y="6459840"/>
            <a:ext cx="13089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050" strike="noStrike" u="none">
                <a:solidFill>
                  <a:srgbClr val="ffffff"/>
                </a:solidFill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A02CE774-16B2-4CF1-AFCC-4878825D493B}" type="slidenum">
              <a:rPr b="0" lang="en-US" sz="1050" strike="noStrike" u="none">
                <a:solidFill>
                  <a:srgbClr val="ffffff"/>
                </a:solidFill>
                <a:uFillTx/>
                <a:latin typeface="Calibri"/>
              </a:rPr>
              <a:t>1</a:t>
            </a:fld>
            <a:endParaRPr b="0" lang="es-ES" sz="105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96" name="PlaceHolder 4"/>
          <p:cNvSpPr>
            <a:spLocks noGrp="1"/>
          </p:cNvSpPr>
          <p:nvPr>
            <p:ph type="dt" idx="141"/>
          </p:nvPr>
        </p:nvSpPr>
        <p:spPr>
          <a:xfrm>
            <a:off x="1097280" y="6459840"/>
            <a:ext cx="246888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s-E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s-E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s-E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1" r:id="rId2"/>
  </p:sldLayoutIdLst>
</p:sldMaster>
</file>

<file path=ppt/slideMasters/slideMaster4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Rectangle 6"/>
          <p:cNvSpPr/>
          <p:nvPr/>
        </p:nvSpPr>
        <p:spPr>
          <a:xfrm>
            <a:off x="0" y="6400800"/>
            <a:ext cx="12188880" cy="4539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400" name="Rectangle 8"/>
          <p:cNvSpPr/>
          <p:nvPr/>
        </p:nvSpPr>
        <p:spPr>
          <a:xfrm>
            <a:off x="0" y="6334200"/>
            <a:ext cx="12188880" cy="62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0880" bIns="2088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cxnSp>
        <p:nvCxnSpPr>
          <p:cNvPr id="401" name="Straight Connector 9"/>
          <p:cNvCxnSpPr/>
          <p:nvPr/>
        </p:nvCxnSpPr>
        <p:spPr>
          <a:xfrm>
            <a:off x="1193400" y="1737720"/>
            <a:ext cx="9970200" cy="3240"/>
          </a:xfrm>
          <a:prstGeom prst="straightConnector1">
            <a:avLst/>
          </a:prstGeom>
          <a:ln w="6350">
            <a:solidFill>
              <a:srgbClr val="808080"/>
            </a:solidFill>
            <a:round/>
          </a:ln>
        </p:spPr>
      </p:cxnSp>
      <p:sp>
        <p:nvSpPr>
          <p:cNvPr id="402" name="PlaceHolder 1"/>
          <p:cNvSpPr>
            <a:spLocks noGrp="1"/>
          </p:cNvSpPr>
          <p:nvPr>
            <p:ph type="ftr" idx="142"/>
          </p:nvPr>
        </p:nvSpPr>
        <p:spPr>
          <a:xfrm>
            <a:off x="3686040" y="6459840"/>
            <a:ext cx="481968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s-E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s-E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403" name="PlaceHolder 2"/>
          <p:cNvSpPr>
            <a:spLocks noGrp="1"/>
          </p:cNvSpPr>
          <p:nvPr>
            <p:ph type="sldNum" idx="143"/>
          </p:nvPr>
        </p:nvSpPr>
        <p:spPr>
          <a:xfrm>
            <a:off x="9900360" y="6459840"/>
            <a:ext cx="13089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050" strike="noStrike" u="none">
                <a:solidFill>
                  <a:srgbClr val="ffffff"/>
                </a:solidFill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4E14C146-89F0-4E1D-956B-1BF74E9DD76F}" type="slidenum">
              <a:rPr b="0" lang="en-US" sz="1050" strike="noStrike" u="none">
                <a:solidFill>
                  <a:srgbClr val="ffffff"/>
                </a:solidFill>
                <a:uFillTx/>
                <a:latin typeface="Calibri"/>
              </a:rPr>
              <a:t>1</a:t>
            </a:fld>
            <a:endParaRPr b="0" lang="es-ES" sz="105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404" name="PlaceHolder 3"/>
          <p:cNvSpPr>
            <a:spLocks noGrp="1"/>
          </p:cNvSpPr>
          <p:nvPr>
            <p:ph type="dt" idx="144"/>
          </p:nvPr>
        </p:nvSpPr>
        <p:spPr>
          <a:xfrm>
            <a:off x="1097280" y="6459840"/>
            <a:ext cx="246888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s-E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s-E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s-E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3" r:id="rId2"/>
  </p:sldLayoutIdLst>
</p:sldMaster>
</file>

<file path=ppt/slideMasters/slideMaster4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Rectangle 6"/>
          <p:cNvSpPr/>
          <p:nvPr/>
        </p:nvSpPr>
        <p:spPr>
          <a:xfrm>
            <a:off x="0" y="6400800"/>
            <a:ext cx="12188880" cy="4539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406" name="Rectangle 8"/>
          <p:cNvSpPr/>
          <p:nvPr/>
        </p:nvSpPr>
        <p:spPr>
          <a:xfrm>
            <a:off x="0" y="6334200"/>
            <a:ext cx="12188880" cy="62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0880" bIns="2088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cxnSp>
        <p:nvCxnSpPr>
          <p:cNvPr id="407" name="Straight Connector 9"/>
          <p:cNvCxnSpPr/>
          <p:nvPr/>
        </p:nvCxnSpPr>
        <p:spPr>
          <a:xfrm>
            <a:off x="1193400" y="1737720"/>
            <a:ext cx="9970200" cy="3240"/>
          </a:xfrm>
          <a:prstGeom prst="straightConnector1">
            <a:avLst/>
          </a:prstGeom>
          <a:ln w="6350">
            <a:solidFill>
              <a:srgbClr val="808080"/>
            </a:solidFill>
            <a:round/>
          </a:ln>
        </p:spPr>
      </p:cxnSp>
      <p:sp>
        <p:nvSpPr>
          <p:cNvPr id="40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0640" cy="114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0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200" cy="397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10" name="PlaceHolder 3"/>
          <p:cNvSpPr>
            <a:spLocks noGrp="1"/>
          </p:cNvSpPr>
          <p:nvPr>
            <p:ph type="body"/>
          </p:nvPr>
        </p:nvSpPr>
        <p:spPr>
          <a:xfrm>
            <a:off x="6231240" y="1604520"/>
            <a:ext cx="5353200" cy="397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11" name="PlaceHolder 4"/>
          <p:cNvSpPr>
            <a:spLocks noGrp="1"/>
          </p:cNvSpPr>
          <p:nvPr>
            <p:ph type="ftr" idx="145"/>
          </p:nvPr>
        </p:nvSpPr>
        <p:spPr>
          <a:xfrm>
            <a:off x="3686040" y="6459840"/>
            <a:ext cx="481968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s-E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1400" strike="noStrike" u="non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  <a:endParaRPr b="0" lang="es-E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412" name="PlaceHolder 5"/>
          <p:cNvSpPr>
            <a:spLocks noGrp="1"/>
          </p:cNvSpPr>
          <p:nvPr>
            <p:ph type="sldNum" idx="146"/>
          </p:nvPr>
        </p:nvSpPr>
        <p:spPr>
          <a:xfrm>
            <a:off x="9900360" y="6459840"/>
            <a:ext cx="13089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050" strike="noStrike" u="none">
                <a:solidFill>
                  <a:srgbClr val="ffffff"/>
                </a:solidFill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BE7705B2-CF59-4723-9DAA-6525EFD4EFDC}" type="slidenum">
              <a:rPr b="0" lang="en-US" sz="1050" strike="noStrike" u="none">
                <a:solidFill>
                  <a:srgbClr val="ffffff"/>
                </a:solidFill>
                <a:uFillTx/>
                <a:latin typeface="Calibri"/>
              </a:rPr>
              <a:t>&lt;number&gt;</a:t>
            </a:fld>
            <a:endParaRPr b="0" lang="es-ES" sz="105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413" name="PlaceHolder 6"/>
          <p:cNvSpPr>
            <a:spLocks noGrp="1"/>
          </p:cNvSpPr>
          <p:nvPr>
            <p:ph type="dt" idx="147"/>
          </p:nvPr>
        </p:nvSpPr>
        <p:spPr>
          <a:xfrm>
            <a:off x="1097280" y="6459840"/>
            <a:ext cx="246888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s-E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s-ES" sz="1400" strike="noStrike" u="none">
                <a:solidFill>
                  <a:srgbClr val="000000"/>
                </a:solidFill>
                <a:uFillTx/>
                <a:latin typeface="Times New Roman"/>
              </a:rPr>
              <a:t>&lt;date/time&gt;</a:t>
            </a:r>
            <a:endParaRPr b="0" lang="es-E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5" r:id="rId2"/>
  </p:sldLayoutIdLst>
</p:sldMaster>
</file>

<file path=ppt/slideMasters/slideMaster5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Rectangle 6"/>
          <p:cNvSpPr/>
          <p:nvPr/>
        </p:nvSpPr>
        <p:spPr>
          <a:xfrm>
            <a:off x="0" y="6400800"/>
            <a:ext cx="12188880" cy="4539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418" name="Rectangle 8"/>
          <p:cNvSpPr/>
          <p:nvPr/>
        </p:nvSpPr>
        <p:spPr>
          <a:xfrm>
            <a:off x="0" y="6334200"/>
            <a:ext cx="12188880" cy="62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0880" bIns="2088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cxnSp>
        <p:nvCxnSpPr>
          <p:cNvPr id="419" name="Straight Connector 9"/>
          <p:cNvCxnSpPr/>
          <p:nvPr/>
        </p:nvCxnSpPr>
        <p:spPr>
          <a:xfrm>
            <a:off x="1193400" y="1737720"/>
            <a:ext cx="9970200" cy="3240"/>
          </a:xfrm>
          <a:prstGeom prst="straightConnector1">
            <a:avLst/>
          </a:prstGeom>
          <a:ln w="6350">
            <a:solidFill>
              <a:srgbClr val="808080"/>
            </a:solidFill>
            <a:round/>
          </a:ln>
        </p:spPr>
      </p:cxnSp>
      <p:sp>
        <p:nvSpPr>
          <p:cNvPr id="42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0640" cy="114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21" name="PlaceHolder 2"/>
          <p:cNvSpPr>
            <a:spLocks noGrp="1"/>
          </p:cNvSpPr>
          <p:nvPr>
            <p:ph type="ftr" idx="148"/>
          </p:nvPr>
        </p:nvSpPr>
        <p:spPr>
          <a:xfrm>
            <a:off x="3686040" y="6459840"/>
            <a:ext cx="481968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s-E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1400" strike="noStrike" u="non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  <a:endParaRPr b="0" lang="es-E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422" name="PlaceHolder 3"/>
          <p:cNvSpPr>
            <a:spLocks noGrp="1"/>
          </p:cNvSpPr>
          <p:nvPr>
            <p:ph type="sldNum" idx="149"/>
          </p:nvPr>
        </p:nvSpPr>
        <p:spPr>
          <a:xfrm>
            <a:off x="9900360" y="6459840"/>
            <a:ext cx="13089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050" strike="noStrike" u="none">
                <a:solidFill>
                  <a:srgbClr val="ffffff"/>
                </a:solidFill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2EE7445B-F8EE-43D6-9D48-007FE2EE8134}" type="slidenum">
              <a:rPr b="0" lang="en-US" sz="1050" strike="noStrike" u="none">
                <a:solidFill>
                  <a:srgbClr val="ffffff"/>
                </a:solidFill>
                <a:uFillTx/>
                <a:latin typeface="Calibri"/>
              </a:rPr>
              <a:t>&lt;number&gt;</a:t>
            </a:fld>
            <a:endParaRPr b="0" lang="es-ES" sz="105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423" name="PlaceHolder 4"/>
          <p:cNvSpPr>
            <a:spLocks noGrp="1"/>
          </p:cNvSpPr>
          <p:nvPr>
            <p:ph type="dt" idx="150"/>
          </p:nvPr>
        </p:nvSpPr>
        <p:spPr>
          <a:xfrm>
            <a:off x="1097280" y="6459840"/>
            <a:ext cx="246888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s-E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s-ES" sz="1400" strike="noStrike" u="none">
                <a:solidFill>
                  <a:srgbClr val="000000"/>
                </a:solidFill>
                <a:uFillTx/>
                <a:latin typeface="Times New Roman"/>
              </a:rPr>
              <a:t>&lt;date/time&gt;</a:t>
            </a:r>
            <a:endParaRPr b="0" lang="es-E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7" r:id="rId2"/>
  </p:sldLayoutIdLst>
</p:sldMaster>
</file>

<file path=ppt/slideMasters/slideMaster5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Rectangle 6"/>
          <p:cNvSpPr/>
          <p:nvPr/>
        </p:nvSpPr>
        <p:spPr>
          <a:xfrm>
            <a:off x="0" y="6400800"/>
            <a:ext cx="12188880" cy="4539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426" name="Rectangle 8"/>
          <p:cNvSpPr/>
          <p:nvPr/>
        </p:nvSpPr>
        <p:spPr>
          <a:xfrm>
            <a:off x="0" y="6334200"/>
            <a:ext cx="12188880" cy="62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0880" bIns="2088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cxnSp>
        <p:nvCxnSpPr>
          <p:cNvPr id="427" name="Straight Connector 9"/>
          <p:cNvCxnSpPr/>
          <p:nvPr/>
        </p:nvCxnSpPr>
        <p:spPr>
          <a:xfrm>
            <a:off x="1193400" y="1737720"/>
            <a:ext cx="9970200" cy="3240"/>
          </a:xfrm>
          <a:prstGeom prst="straightConnector1">
            <a:avLst/>
          </a:prstGeom>
          <a:ln w="6350">
            <a:solidFill>
              <a:srgbClr val="808080"/>
            </a:solidFill>
            <a:round/>
          </a:ln>
        </p:spPr>
      </p:cxnSp>
      <p:sp>
        <p:nvSpPr>
          <p:cNvPr id="42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0640" cy="114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2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0640" cy="397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30" name="PlaceHolder 3"/>
          <p:cNvSpPr>
            <a:spLocks noGrp="1"/>
          </p:cNvSpPr>
          <p:nvPr>
            <p:ph type="ftr" idx="151"/>
          </p:nvPr>
        </p:nvSpPr>
        <p:spPr>
          <a:xfrm>
            <a:off x="3686040" y="6459840"/>
            <a:ext cx="481968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s-E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1400" strike="noStrike" u="non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  <a:endParaRPr b="0" lang="es-E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431" name="PlaceHolder 4"/>
          <p:cNvSpPr>
            <a:spLocks noGrp="1"/>
          </p:cNvSpPr>
          <p:nvPr>
            <p:ph type="sldNum" idx="152"/>
          </p:nvPr>
        </p:nvSpPr>
        <p:spPr>
          <a:xfrm>
            <a:off x="9900360" y="6459840"/>
            <a:ext cx="13089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050" strike="noStrike" u="none">
                <a:solidFill>
                  <a:srgbClr val="ffffff"/>
                </a:solidFill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32B9FC9D-4FAD-4B59-979F-83F57897E74C}" type="slidenum">
              <a:rPr b="0" lang="en-US" sz="1050" strike="noStrike" u="none">
                <a:solidFill>
                  <a:srgbClr val="ffffff"/>
                </a:solidFill>
                <a:uFillTx/>
                <a:latin typeface="Calibri"/>
              </a:rPr>
              <a:t>&lt;number&gt;</a:t>
            </a:fld>
            <a:endParaRPr b="0" lang="es-ES" sz="105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432" name="PlaceHolder 5"/>
          <p:cNvSpPr>
            <a:spLocks noGrp="1"/>
          </p:cNvSpPr>
          <p:nvPr>
            <p:ph type="dt" idx="153"/>
          </p:nvPr>
        </p:nvSpPr>
        <p:spPr>
          <a:xfrm>
            <a:off x="1097280" y="6459840"/>
            <a:ext cx="246888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s-E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s-ES" sz="1400" strike="noStrike" u="none">
                <a:solidFill>
                  <a:srgbClr val="000000"/>
                </a:solidFill>
                <a:uFillTx/>
                <a:latin typeface="Times New Roman"/>
              </a:rPr>
              <a:t>&lt;date/time&gt;</a:t>
            </a:r>
            <a:endParaRPr b="0" lang="es-E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9" r:id="rId2"/>
  </p:sldLayoutIdLst>
</p:sldMaster>
</file>

<file path=ppt/slideMasters/slideMaster5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Rectangle 6"/>
          <p:cNvSpPr/>
          <p:nvPr/>
        </p:nvSpPr>
        <p:spPr>
          <a:xfrm>
            <a:off x="0" y="6400800"/>
            <a:ext cx="12188880" cy="4539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436" name="Rectangle 8"/>
          <p:cNvSpPr/>
          <p:nvPr/>
        </p:nvSpPr>
        <p:spPr>
          <a:xfrm>
            <a:off x="0" y="6334200"/>
            <a:ext cx="12188880" cy="62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0880" bIns="2088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cxnSp>
        <p:nvCxnSpPr>
          <p:cNvPr id="437" name="Straight Connector 9"/>
          <p:cNvCxnSpPr/>
          <p:nvPr/>
        </p:nvCxnSpPr>
        <p:spPr>
          <a:xfrm>
            <a:off x="1193400" y="1737720"/>
            <a:ext cx="9970200" cy="3240"/>
          </a:xfrm>
          <a:prstGeom prst="straightConnector1">
            <a:avLst/>
          </a:prstGeom>
          <a:ln w="6350">
            <a:solidFill>
              <a:srgbClr val="808080"/>
            </a:solidFill>
            <a:round/>
          </a:ln>
        </p:spPr>
      </p:cxnSp>
      <p:sp>
        <p:nvSpPr>
          <p:cNvPr id="43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0640" cy="114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39" name="PlaceHolder 2"/>
          <p:cNvSpPr>
            <a:spLocks noGrp="1"/>
          </p:cNvSpPr>
          <p:nvPr>
            <p:ph type="ftr" idx="154"/>
          </p:nvPr>
        </p:nvSpPr>
        <p:spPr>
          <a:xfrm>
            <a:off x="3686040" y="6459840"/>
            <a:ext cx="481968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s-E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1400" strike="noStrike" u="non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  <a:endParaRPr b="0" lang="es-E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440" name="PlaceHolder 3"/>
          <p:cNvSpPr>
            <a:spLocks noGrp="1"/>
          </p:cNvSpPr>
          <p:nvPr>
            <p:ph type="sldNum" idx="155"/>
          </p:nvPr>
        </p:nvSpPr>
        <p:spPr>
          <a:xfrm>
            <a:off x="9900360" y="6459840"/>
            <a:ext cx="13089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050" strike="noStrike" u="none">
                <a:solidFill>
                  <a:srgbClr val="ffffff"/>
                </a:solidFill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F609951B-7816-442F-B211-669D77DE4036}" type="slidenum">
              <a:rPr b="0" lang="en-US" sz="1050" strike="noStrike" u="none">
                <a:solidFill>
                  <a:srgbClr val="ffffff"/>
                </a:solidFill>
                <a:uFillTx/>
                <a:latin typeface="Calibri"/>
              </a:rPr>
              <a:t>&lt;number&gt;</a:t>
            </a:fld>
            <a:endParaRPr b="0" lang="es-ES" sz="105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441" name="PlaceHolder 4"/>
          <p:cNvSpPr>
            <a:spLocks noGrp="1"/>
          </p:cNvSpPr>
          <p:nvPr>
            <p:ph type="dt" idx="156"/>
          </p:nvPr>
        </p:nvSpPr>
        <p:spPr>
          <a:xfrm>
            <a:off x="1097280" y="6459840"/>
            <a:ext cx="246888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s-E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s-ES" sz="1400" strike="noStrike" u="none">
                <a:solidFill>
                  <a:srgbClr val="000000"/>
                </a:solidFill>
                <a:uFillTx/>
                <a:latin typeface="Times New Roman"/>
              </a:rPr>
              <a:t>&lt;date/time&gt;</a:t>
            </a:r>
            <a:endParaRPr b="0" lang="es-E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1" r:id="rId2"/>
  </p:sldLayoutIdLst>
</p:sldMaster>
</file>

<file path=ppt/slideMasters/slideMaster5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Rectangle 6"/>
          <p:cNvSpPr/>
          <p:nvPr/>
        </p:nvSpPr>
        <p:spPr>
          <a:xfrm>
            <a:off x="0" y="6400800"/>
            <a:ext cx="12188880" cy="4539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445" name="Rectangle 8"/>
          <p:cNvSpPr/>
          <p:nvPr/>
        </p:nvSpPr>
        <p:spPr>
          <a:xfrm>
            <a:off x="0" y="6334200"/>
            <a:ext cx="12188880" cy="62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0880" bIns="2088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cxnSp>
        <p:nvCxnSpPr>
          <p:cNvPr id="446" name="Straight Connector 9"/>
          <p:cNvCxnSpPr/>
          <p:nvPr/>
        </p:nvCxnSpPr>
        <p:spPr>
          <a:xfrm>
            <a:off x="1193400" y="1737720"/>
            <a:ext cx="9970200" cy="3240"/>
          </a:xfrm>
          <a:prstGeom prst="straightConnector1">
            <a:avLst/>
          </a:prstGeom>
          <a:ln w="6350">
            <a:solidFill>
              <a:srgbClr val="808080"/>
            </a:solidFill>
            <a:round/>
          </a:ln>
        </p:spPr>
      </p:cxnSp>
      <p:sp>
        <p:nvSpPr>
          <p:cNvPr id="447" name="PlaceHolder 1"/>
          <p:cNvSpPr>
            <a:spLocks noGrp="1"/>
          </p:cNvSpPr>
          <p:nvPr>
            <p:ph type="ftr" idx="157"/>
          </p:nvPr>
        </p:nvSpPr>
        <p:spPr>
          <a:xfrm>
            <a:off x="3686040" y="6459840"/>
            <a:ext cx="481968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s-E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s-E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448" name="PlaceHolder 2"/>
          <p:cNvSpPr>
            <a:spLocks noGrp="1"/>
          </p:cNvSpPr>
          <p:nvPr>
            <p:ph type="sldNum" idx="158"/>
          </p:nvPr>
        </p:nvSpPr>
        <p:spPr>
          <a:xfrm>
            <a:off x="9900360" y="6459840"/>
            <a:ext cx="13089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050" strike="noStrike" u="none">
                <a:solidFill>
                  <a:srgbClr val="ffffff"/>
                </a:solidFill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3A9B9806-C2B4-4E5B-8943-D42B038F1B8F}" type="slidenum">
              <a:rPr b="0" lang="en-US" sz="1050" strike="noStrike" u="none">
                <a:solidFill>
                  <a:srgbClr val="ffffff"/>
                </a:solidFill>
                <a:uFillTx/>
                <a:latin typeface="Calibri"/>
              </a:rPr>
              <a:t>1</a:t>
            </a:fld>
            <a:endParaRPr b="0" lang="es-ES" sz="105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449" name="PlaceHolder 3"/>
          <p:cNvSpPr>
            <a:spLocks noGrp="1"/>
          </p:cNvSpPr>
          <p:nvPr>
            <p:ph type="dt" idx="159"/>
          </p:nvPr>
        </p:nvSpPr>
        <p:spPr>
          <a:xfrm>
            <a:off x="1097280" y="6459840"/>
            <a:ext cx="246888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s-E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s-E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s-E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3" r:id="rId2"/>
  </p:sldLayoutIdLst>
</p:sldMaster>
</file>

<file path=ppt/slideMasters/slideMaster5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Rectangle 6"/>
          <p:cNvSpPr/>
          <p:nvPr/>
        </p:nvSpPr>
        <p:spPr>
          <a:xfrm>
            <a:off x="0" y="6400800"/>
            <a:ext cx="12188880" cy="4539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451" name="Rectangle 8"/>
          <p:cNvSpPr/>
          <p:nvPr/>
        </p:nvSpPr>
        <p:spPr>
          <a:xfrm>
            <a:off x="0" y="6334200"/>
            <a:ext cx="12188880" cy="62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0880" bIns="2088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cxnSp>
        <p:nvCxnSpPr>
          <p:cNvPr id="452" name="Straight Connector 9"/>
          <p:cNvCxnSpPr/>
          <p:nvPr/>
        </p:nvCxnSpPr>
        <p:spPr>
          <a:xfrm>
            <a:off x="1193400" y="1737720"/>
            <a:ext cx="9970200" cy="3240"/>
          </a:xfrm>
          <a:prstGeom prst="straightConnector1">
            <a:avLst/>
          </a:prstGeom>
          <a:ln w="6350">
            <a:solidFill>
              <a:srgbClr val="808080"/>
            </a:solidFill>
            <a:round/>
          </a:ln>
        </p:spPr>
      </p:cxnSp>
      <p:sp>
        <p:nvSpPr>
          <p:cNvPr id="45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0640" cy="114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5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0640" cy="397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55" name="PlaceHolder 3"/>
          <p:cNvSpPr>
            <a:spLocks noGrp="1"/>
          </p:cNvSpPr>
          <p:nvPr>
            <p:ph type="ftr" idx="160"/>
          </p:nvPr>
        </p:nvSpPr>
        <p:spPr>
          <a:xfrm>
            <a:off x="3686040" y="6459840"/>
            <a:ext cx="481968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s-E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1400" strike="noStrike" u="non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  <a:endParaRPr b="0" lang="es-E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456" name="PlaceHolder 4"/>
          <p:cNvSpPr>
            <a:spLocks noGrp="1"/>
          </p:cNvSpPr>
          <p:nvPr>
            <p:ph type="sldNum" idx="161"/>
          </p:nvPr>
        </p:nvSpPr>
        <p:spPr>
          <a:xfrm>
            <a:off x="9900360" y="6459840"/>
            <a:ext cx="13089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050" strike="noStrike" u="none">
                <a:solidFill>
                  <a:srgbClr val="ffffff"/>
                </a:solidFill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872ED4AB-C2BE-4E2C-B58D-6180FB93D47F}" type="slidenum">
              <a:rPr b="0" lang="en-US" sz="1050" strike="noStrike" u="none">
                <a:solidFill>
                  <a:srgbClr val="ffffff"/>
                </a:solidFill>
                <a:uFillTx/>
                <a:latin typeface="Calibri"/>
              </a:rPr>
              <a:t>&lt;number&gt;</a:t>
            </a:fld>
            <a:endParaRPr b="0" lang="es-ES" sz="105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457" name="PlaceHolder 5"/>
          <p:cNvSpPr>
            <a:spLocks noGrp="1"/>
          </p:cNvSpPr>
          <p:nvPr>
            <p:ph type="dt" idx="162"/>
          </p:nvPr>
        </p:nvSpPr>
        <p:spPr>
          <a:xfrm>
            <a:off x="1097280" y="6459840"/>
            <a:ext cx="246888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s-E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s-ES" sz="1400" strike="noStrike" u="none">
                <a:solidFill>
                  <a:srgbClr val="000000"/>
                </a:solidFill>
                <a:uFillTx/>
                <a:latin typeface="Times New Roman"/>
              </a:rPr>
              <a:t>&lt;date/time&gt;</a:t>
            </a:r>
            <a:endParaRPr b="0" lang="es-E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5" r:id="rId2"/>
  </p:sldLayoutIdLst>
</p:sldMaster>
</file>

<file path=ppt/slideMasters/slideMaster5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Rectangle 6"/>
          <p:cNvSpPr/>
          <p:nvPr/>
        </p:nvSpPr>
        <p:spPr>
          <a:xfrm>
            <a:off x="0" y="6400800"/>
            <a:ext cx="12188880" cy="4539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461" name="Rectangle 8"/>
          <p:cNvSpPr/>
          <p:nvPr/>
        </p:nvSpPr>
        <p:spPr>
          <a:xfrm>
            <a:off x="0" y="6334200"/>
            <a:ext cx="12188880" cy="62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0880" bIns="2088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cxnSp>
        <p:nvCxnSpPr>
          <p:cNvPr id="462" name="Straight Connector 9"/>
          <p:cNvCxnSpPr/>
          <p:nvPr/>
        </p:nvCxnSpPr>
        <p:spPr>
          <a:xfrm>
            <a:off x="1193400" y="1737720"/>
            <a:ext cx="9970200" cy="3240"/>
          </a:xfrm>
          <a:prstGeom prst="straightConnector1">
            <a:avLst/>
          </a:prstGeom>
          <a:ln w="6350">
            <a:solidFill>
              <a:srgbClr val="808080"/>
            </a:solidFill>
            <a:round/>
          </a:ln>
        </p:spPr>
      </p:cxnSp>
      <p:sp>
        <p:nvSpPr>
          <p:cNvPr id="463" name="PlaceHolder 1"/>
          <p:cNvSpPr>
            <a:spLocks noGrp="1"/>
          </p:cNvSpPr>
          <p:nvPr>
            <p:ph type="ftr" idx="163"/>
          </p:nvPr>
        </p:nvSpPr>
        <p:spPr>
          <a:xfrm>
            <a:off x="3686040" y="6459840"/>
            <a:ext cx="481968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s-E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1400" strike="noStrike" u="non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  <a:endParaRPr b="0" lang="es-E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464" name="PlaceHolder 2"/>
          <p:cNvSpPr>
            <a:spLocks noGrp="1"/>
          </p:cNvSpPr>
          <p:nvPr>
            <p:ph type="sldNum" idx="164"/>
          </p:nvPr>
        </p:nvSpPr>
        <p:spPr>
          <a:xfrm>
            <a:off x="9900360" y="6459840"/>
            <a:ext cx="13089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050" strike="noStrike" u="none">
                <a:solidFill>
                  <a:srgbClr val="ffffff"/>
                </a:solidFill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FBDD9643-06BB-4B19-B34E-F6A9EBDFBF54}" type="slidenum">
              <a:rPr b="0" lang="en-US" sz="1050" strike="noStrike" u="none">
                <a:solidFill>
                  <a:srgbClr val="ffffff"/>
                </a:solidFill>
                <a:uFillTx/>
                <a:latin typeface="Calibri"/>
              </a:rPr>
              <a:t>&lt;number&gt;</a:t>
            </a:fld>
            <a:endParaRPr b="0" lang="es-ES" sz="105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465" name="PlaceHolder 3"/>
          <p:cNvSpPr>
            <a:spLocks noGrp="1"/>
          </p:cNvSpPr>
          <p:nvPr>
            <p:ph type="dt" idx="165"/>
          </p:nvPr>
        </p:nvSpPr>
        <p:spPr>
          <a:xfrm>
            <a:off x="1097280" y="6459840"/>
            <a:ext cx="246888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s-E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s-ES" sz="1400" strike="noStrike" u="none">
                <a:solidFill>
                  <a:srgbClr val="000000"/>
                </a:solidFill>
                <a:uFillTx/>
                <a:latin typeface="Times New Roman"/>
              </a:rPr>
              <a:t>&lt;date/time&gt;</a:t>
            </a:r>
            <a:endParaRPr b="0" lang="es-E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7" r:id="rId2"/>
  </p:sldLayoutIdLst>
</p:sldMaster>
</file>

<file path=ppt/slideMasters/slideMaster5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Rectangle 6"/>
          <p:cNvSpPr/>
          <p:nvPr/>
        </p:nvSpPr>
        <p:spPr>
          <a:xfrm>
            <a:off x="0" y="6400800"/>
            <a:ext cx="12188880" cy="4539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467" name="Rectangle 8"/>
          <p:cNvSpPr/>
          <p:nvPr/>
        </p:nvSpPr>
        <p:spPr>
          <a:xfrm>
            <a:off x="0" y="6334200"/>
            <a:ext cx="12188880" cy="62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0880" bIns="2088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cxnSp>
        <p:nvCxnSpPr>
          <p:cNvPr id="468" name="Straight Connector 9"/>
          <p:cNvCxnSpPr/>
          <p:nvPr/>
        </p:nvCxnSpPr>
        <p:spPr>
          <a:xfrm>
            <a:off x="1193400" y="1737720"/>
            <a:ext cx="9970200" cy="3240"/>
          </a:xfrm>
          <a:prstGeom prst="straightConnector1">
            <a:avLst/>
          </a:prstGeom>
          <a:ln w="6350">
            <a:solidFill>
              <a:srgbClr val="808080"/>
            </a:solidFill>
            <a:round/>
          </a:ln>
        </p:spPr>
      </p:cxnSp>
      <p:sp>
        <p:nvSpPr>
          <p:cNvPr id="469" name="PlaceHolder 1"/>
          <p:cNvSpPr>
            <a:spLocks noGrp="1"/>
          </p:cNvSpPr>
          <p:nvPr>
            <p:ph type="ftr" idx="166"/>
          </p:nvPr>
        </p:nvSpPr>
        <p:spPr>
          <a:xfrm>
            <a:off x="3686040" y="6459840"/>
            <a:ext cx="481968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s-E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s-E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470" name="PlaceHolder 2"/>
          <p:cNvSpPr>
            <a:spLocks noGrp="1"/>
          </p:cNvSpPr>
          <p:nvPr>
            <p:ph type="sldNum" idx="167"/>
          </p:nvPr>
        </p:nvSpPr>
        <p:spPr>
          <a:xfrm>
            <a:off x="9900360" y="6459840"/>
            <a:ext cx="13089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050" strike="noStrike" u="none">
                <a:solidFill>
                  <a:srgbClr val="ffffff"/>
                </a:solidFill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5519E80E-8EA2-4D81-95B0-55C3F96601E5}" type="slidenum">
              <a:rPr b="0" lang="en-US" sz="1050" strike="noStrike" u="none">
                <a:solidFill>
                  <a:srgbClr val="ffffff"/>
                </a:solidFill>
                <a:uFillTx/>
                <a:latin typeface="Calibri"/>
              </a:rPr>
              <a:t>1</a:t>
            </a:fld>
            <a:endParaRPr b="0" lang="es-ES" sz="105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471" name="PlaceHolder 3"/>
          <p:cNvSpPr>
            <a:spLocks noGrp="1"/>
          </p:cNvSpPr>
          <p:nvPr>
            <p:ph type="dt" idx="168"/>
          </p:nvPr>
        </p:nvSpPr>
        <p:spPr>
          <a:xfrm>
            <a:off x="1097280" y="6459840"/>
            <a:ext cx="246888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s-E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s-E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s-E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9" r:id="rId2"/>
  </p:sldLayoutIdLst>
</p:sldMaster>
</file>

<file path=ppt/slideMasters/slideMaster5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Rectangle 6"/>
          <p:cNvSpPr/>
          <p:nvPr/>
        </p:nvSpPr>
        <p:spPr>
          <a:xfrm>
            <a:off x="0" y="6400800"/>
            <a:ext cx="12188880" cy="4539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473" name="Rectangle 8"/>
          <p:cNvSpPr/>
          <p:nvPr/>
        </p:nvSpPr>
        <p:spPr>
          <a:xfrm>
            <a:off x="0" y="6334200"/>
            <a:ext cx="12188880" cy="62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0880" bIns="2088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cxnSp>
        <p:nvCxnSpPr>
          <p:cNvPr id="474" name="Straight Connector 9"/>
          <p:cNvCxnSpPr/>
          <p:nvPr/>
        </p:nvCxnSpPr>
        <p:spPr>
          <a:xfrm>
            <a:off x="1193400" y="1737720"/>
            <a:ext cx="9970200" cy="3240"/>
          </a:xfrm>
          <a:prstGeom prst="straightConnector1">
            <a:avLst/>
          </a:prstGeom>
          <a:ln w="6350">
            <a:solidFill>
              <a:srgbClr val="808080"/>
            </a:solidFill>
            <a:round/>
          </a:ln>
        </p:spPr>
      </p:cxnSp>
      <p:sp>
        <p:nvSpPr>
          <p:cNvPr id="475" name="PlaceHolder 1"/>
          <p:cNvSpPr>
            <a:spLocks noGrp="1"/>
          </p:cNvSpPr>
          <p:nvPr>
            <p:ph type="ftr" idx="169"/>
          </p:nvPr>
        </p:nvSpPr>
        <p:spPr>
          <a:xfrm>
            <a:off x="3686040" y="6459840"/>
            <a:ext cx="481968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s-E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s-E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476" name="PlaceHolder 2"/>
          <p:cNvSpPr>
            <a:spLocks noGrp="1"/>
          </p:cNvSpPr>
          <p:nvPr>
            <p:ph type="sldNum" idx="170"/>
          </p:nvPr>
        </p:nvSpPr>
        <p:spPr>
          <a:xfrm>
            <a:off x="9900360" y="6459840"/>
            <a:ext cx="13089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050" strike="noStrike" u="none">
                <a:solidFill>
                  <a:srgbClr val="ffffff"/>
                </a:solidFill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842ED653-0BF3-4871-A0F8-9F38E66B9A05}" type="slidenum">
              <a:rPr b="0" lang="en-US" sz="1050" strike="noStrike" u="none">
                <a:solidFill>
                  <a:srgbClr val="ffffff"/>
                </a:solidFill>
                <a:uFillTx/>
                <a:latin typeface="Calibri"/>
              </a:rPr>
              <a:t>1</a:t>
            </a:fld>
            <a:endParaRPr b="0" lang="es-ES" sz="105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477" name="PlaceHolder 3"/>
          <p:cNvSpPr>
            <a:spLocks noGrp="1"/>
          </p:cNvSpPr>
          <p:nvPr>
            <p:ph type="dt" idx="171"/>
          </p:nvPr>
        </p:nvSpPr>
        <p:spPr>
          <a:xfrm>
            <a:off x="1097280" y="6459840"/>
            <a:ext cx="246888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s-E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s-E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s-E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1" r:id="rId2"/>
  </p:sldLayoutIdLst>
</p:sldMaster>
</file>

<file path=ppt/slideMasters/slideMaster5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Rectangle 6"/>
          <p:cNvSpPr/>
          <p:nvPr/>
        </p:nvSpPr>
        <p:spPr>
          <a:xfrm>
            <a:off x="0" y="6400800"/>
            <a:ext cx="12188880" cy="4539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479" name="Rectangle 8"/>
          <p:cNvSpPr/>
          <p:nvPr/>
        </p:nvSpPr>
        <p:spPr>
          <a:xfrm>
            <a:off x="0" y="6334200"/>
            <a:ext cx="12188880" cy="62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0880" bIns="2088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cxnSp>
        <p:nvCxnSpPr>
          <p:cNvPr id="480" name="Straight Connector 9"/>
          <p:cNvCxnSpPr/>
          <p:nvPr/>
        </p:nvCxnSpPr>
        <p:spPr>
          <a:xfrm>
            <a:off x="1193400" y="1737720"/>
            <a:ext cx="9970200" cy="3240"/>
          </a:xfrm>
          <a:prstGeom prst="straightConnector1">
            <a:avLst/>
          </a:prstGeom>
          <a:ln w="6350">
            <a:solidFill>
              <a:srgbClr val="808080"/>
            </a:solidFill>
            <a:round/>
          </a:ln>
        </p:spPr>
      </p:cxnSp>
      <p:sp>
        <p:nvSpPr>
          <p:cNvPr id="48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0640" cy="114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8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0640" cy="397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83" name="PlaceHolder 3"/>
          <p:cNvSpPr>
            <a:spLocks noGrp="1"/>
          </p:cNvSpPr>
          <p:nvPr>
            <p:ph type="ftr" idx="172"/>
          </p:nvPr>
        </p:nvSpPr>
        <p:spPr>
          <a:xfrm>
            <a:off x="3686040" y="6459840"/>
            <a:ext cx="481968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s-E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1400" strike="noStrike" u="non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  <a:endParaRPr b="0" lang="es-E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484" name="PlaceHolder 4"/>
          <p:cNvSpPr>
            <a:spLocks noGrp="1"/>
          </p:cNvSpPr>
          <p:nvPr>
            <p:ph type="sldNum" idx="173"/>
          </p:nvPr>
        </p:nvSpPr>
        <p:spPr>
          <a:xfrm>
            <a:off x="9900360" y="6459840"/>
            <a:ext cx="13089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050" strike="noStrike" u="none">
                <a:solidFill>
                  <a:srgbClr val="ffffff"/>
                </a:solidFill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B614E964-A19C-4290-9661-CC16BD4AC322}" type="slidenum">
              <a:rPr b="0" lang="en-US" sz="1050" strike="noStrike" u="none">
                <a:solidFill>
                  <a:srgbClr val="ffffff"/>
                </a:solidFill>
                <a:uFillTx/>
                <a:latin typeface="Calibri"/>
              </a:rPr>
              <a:t>&lt;number&gt;</a:t>
            </a:fld>
            <a:endParaRPr b="0" lang="es-ES" sz="105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485" name="PlaceHolder 5"/>
          <p:cNvSpPr>
            <a:spLocks noGrp="1"/>
          </p:cNvSpPr>
          <p:nvPr>
            <p:ph type="dt" idx="174"/>
          </p:nvPr>
        </p:nvSpPr>
        <p:spPr>
          <a:xfrm>
            <a:off x="1097280" y="6459840"/>
            <a:ext cx="246888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s-E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s-ES" sz="1400" strike="noStrike" u="none">
                <a:solidFill>
                  <a:srgbClr val="000000"/>
                </a:solidFill>
                <a:uFillTx/>
                <a:latin typeface="Times New Roman"/>
              </a:rPr>
              <a:t>&lt;date/time&gt;</a:t>
            </a:r>
            <a:endParaRPr b="0" lang="es-E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3" r:id="rId2"/>
  </p:sldLayoutIdLst>
</p:sldMaster>
</file>

<file path=ppt/slideMasters/slideMaster5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Rectangle 6"/>
          <p:cNvSpPr/>
          <p:nvPr/>
        </p:nvSpPr>
        <p:spPr>
          <a:xfrm>
            <a:off x="0" y="6400800"/>
            <a:ext cx="12188880" cy="4539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489" name="Rectangle 8"/>
          <p:cNvSpPr/>
          <p:nvPr/>
        </p:nvSpPr>
        <p:spPr>
          <a:xfrm>
            <a:off x="0" y="6334200"/>
            <a:ext cx="12188880" cy="62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0880" bIns="2088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cxnSp>
        <p:nvCxnSpPr>
          <p:cNvPr id="490" name="Straight Connector 9"/>
          <p:cNvCxnSpPr/>
          <p:nvPr/>
        </p:nvCxnSpPr>
        <p:spPr>
          <a:xfrm>
            <a:off x="1193400" y="1737720"/>
            <a:ext cx="9970200" cy="3240"/>
          </a:xfrm>
          <a:prstGeom prst="straightConnector1">
            <a:avLst/>
          </a:prstGeom>
          <a:ln w="6350">
            <a:solidFill>
              <a:srgbClr val="808080"/>
            </a:solidFill>
            <a:round/>
          </a:ln>
        </p:spPr>
      </p:cxnSp>
      <p:sp>
        <p:nvSpPr>
          <p:cNvPr id="49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0640" cy="114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92" name="PlaceHolder 2"/>
          <p:cNvSpPr>
            <a:spLocks noGrp="1"/>
          </p:cNvSpPr>
          <p:nvPr>
            <p:ph type="ftr" idx="175"/>
          </p:nvPr>
        </p:nvSpPr>
        <p:spPr>
          <a:xfrm>
            <a:off x="3686040" y="6459840"/>
            <a:ext cx="481968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s-E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1400" strike="noStrike" u="non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  <a:endParaRPr b="0" lang="es-E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493" name="PlaceHolder 3"/>
          <p:cNvSpPr>
            <a:spLocks noGrp="1"/>
          </p:cNvSpPr>
          <p:nvPr>
            <p:ph type="sldNum" idx="176"/>
          </p:nvPr>
        </p:nvSpPr>
        <p:spPr>
          <a:xfrm>
            <a:off x="9900360" y="6459840"/>
            <a:ext cx="13089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050" strike="noStrike" u="none">
                <a:solidFill>
                  <a:srgbClr val="ffffff"/>
                </a:solidFill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6A2B0978-A8D1-43B0-A56E-B15DCB0C5A27}" type="slidenum">
              <a:rPr b="0" lang="en-US" sz="1050" strike="noStrike" u="none">
                <a:solidFill>
                  <a:srgbClr val="ffffff"/>
                </a:solidFill>
                <a:uFillTx/>
                <a:latin typeface="Calibri"/>
              </a:rPr>
              <a:t>&lt;number&gt;</a:t>
            </a:fld>
            <a:endParaRPr b="0" lang="es-ES" sz="105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494" name="PlaceHolder 4"/>
          <p:cNvSpPr>
            <a:spLocks noGrp="1"/>
          </p:cNvSpPr>
          <p:nvPr>
            <p:ph type="dt" idx="177"/>
          </p:nvPr>
        </p:nvSpPr>
        <p:spPr>
          <a:xfrm>
            <a:off x="1097280" y="6459840"/>
            <a:ext cx="246888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s-E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s-ES" sz="1400" strike="noStrike" u="none">
                <a:solidFill>
                  <a:srgbClr val="000000"/>
                </a:solidFill>
                <a:uFillTx/>
                <a:latin typeface="Times New Roman"/>
              </a:rPr>
              <a:t>&lt;date/time&gt;</a:t>
            </a:r>
            <a:endParaRPr b="0" lang="es-E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5" r:id="rId2"/>
  </p:sldLayoutIdLst>
</p:sldMaster>
</file>

<file path=ppt/slideMasters/slideMaster6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Rectangle 6"/>
          <p:cNvSpPr/>
          <p:nvPr/>
        </p:nvSpPr>
        <p:spPr>
          <a:xfrm>
            <a:off x="0" y="6400800"/>
            <a:ext cx="12188880" cy="4539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498" name="Rectangle 8"/>
          <p:cNvSpPr/>
          <p:nvPr/>
        </p:nvSpPr>
        <p:spPr>
          <a:xfrm>
            <a:off x="0" y="6334200"/>
            <a:ext cx="12188880" cy="62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0880" bIns="2088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cxnSp>
        <p:nvCxnSpPr>
          <p:cNvPr id="499" name="Straight Connector 9"/>
          <p:cNvCxnSpPr/>
          <p:nvPr/>
        </p:nvCxnSpPr>
        <p:spPr>
          <a:xfrm>
            <a:off x="1193400" y="1737720"/>
            <a:ext cx="9970200" cy="3240"/>
          </a:xfrm>
          <a:prstGeom prst="straightConnector1">
            <a:avLst/>
          </a:prstGeom>
          <a:ln w="6350">
            <a:solidFill>
              <a:srgbClr val="808080"/>
            </a:solidFill>
            <a:round/>
          </a:ln>
        </p:spPr>
      </p:cxnSp>
      <p:sp>
        <p:nvSpPr>
          <p:cNvPr id="500" name="PlaceHolder 1"/>
          <p:cNvSpPr>
            <a:spLocks noGrp="1"/>
          </p:cNvSpPr>
          <p:nvPr>
            <p:ph type="ftr" idx="178"/>
          </p:nvPr>
        </p:nvSpPr>
        <p:spPr>
          <a:xfrm>
            <a:off x="3686040" y="6459840"/>
            <a:ext cx="481968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s-E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s-E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501" name="PlaceHolder 2"/>
          <p:cNvSpPr>
            <a:spLocks noGrp="1"/>
          </p:cNvSpPr>
          <p:nvPr>
            <p:ph type="sldNum" idx="179"/>
          </p:nvPr>
        </p:nvSpPr>
        <p:spPr>
          <a:xfrm>
            <a:off x="9900360" y="6459840"/>
            <a:ext cx="13089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050" strike="noStrike" u="none">
                <a:solidFill>
                  <a:srgbClr val="ffffff"/>
                </a:solidFill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128D4F31-B840-45CE-88EB-451A2F90EE90}" type="slidenum">
              <a:rPr b="0" lang="en-US" sz="1050" strike="noStrike" u="none">
                <a:solidFill>
                  <a:srgbClr val="ffffff"/>
                </a:solidFill>
                <a:uFillTx/>
                <a:latin typeface="Calibri"/>
              </a:rPr>
              <a:t>1</a:t>
            </a:fld>
            <a:endParaRPr b="0" lang="es-ES" sz="105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502" name="PlaceHolder 3"/>
          <p:cNvSpPr>
            <a:spLocks noGrp="1"/>
          </p:cNvSpPr>
          <p:nvPr>
            <p:ph type="dt" idx="180"/>
          </p:nvPr>
        </p:nvSpPr>
        <p:spPr>
          <a:xfrm>
            <a:off x="1097280" y="6459840"/>
            <a:ext cx="246888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s-E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s-E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s-E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7" r:id="rId2"/>
  </p:sldLayoutIdLst>
</p:sldMaster>
</file>

<file path=ppt/slideMasters/slideMaster6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Rectangle 6"/>
          <p:cNvSpPr/>
          <p:nvPr/>
        </p:nvSpPr>
        <p:spPr>
          <a:xfrm>
            <a:off x="0" y="6400800"/>
            <a:ext cx="12188880" cy="4539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504" name="Rectangle 8"/>
          <p:cNvSpPr/>
          <p:nvPr/>
        </p:nvSpPr>
        <p:spPr>
          <a:xfrm>
            <a:off x="0" y="6334200"/>
            <a:ext cx="12188880" cy="62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0880" bIns="2088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cxnSp>
        <p:nvCxnSpPr>
          <p:cNvPr id="505" name="Straight Connector 9"/>
          <p:cNvCxnSpPr/>
          <p:nvPr/>
        </p:nvCxnSpPr>
        <p:spPr>
          <a:xfrm>
            <a:off x="1193400" y="1737720"/>
            <a:ext cx="9970200" cy="3240"/>
          </a:xfrm>
          <a:prstGeom prst="straightConnector1">
            <a:avLst/>
          </a:prstGeom>
          <a:ln w="6350">
            <a:solidFill>
              <a:srgbClr val="808080"/>
            </a:solidFill>
            <a:round/>
          </a:ln>
        </p:spPr>
      </p:cxnSp>
      <p:sp>
        <p:nvSpPr>
          <p:cNvPr id="50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0640" cy="114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0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0640" cy="397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08" name="PlaceHolder 3"/>
          <p:cNvSpPr>
            <a:spLocks noGrp="1"/>
          </p:cNvSpPr>
          <p:nvPr>
            <p:ph type="ftr" idx="181"/>
          </p:nvPr>
        </p:nvSpPr>
        <p:spPr>
          <a:xfrm>
            <a:off x="3686040" y="6459840"/>
            <a:ext cx="481968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s-E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1400" strike="noStrike" u="non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  <a:endParaRPr b="0" lang="es-E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509" name="PlaceHolder 4"/>
          <p:cNvSpPr>
            <a:spLocks noGrp="1"/>
          </p:cNvSpPr>
          <p:nvPr>
            <p:ph type="sldNum" idx="182"/>
          </p:nvPr>
        </p:nvSpPr>
        <p:spPr>
          <a:xfrm>
            <a:off x="9900360" y="6459840"/>
            <a:ext cx="13089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050" strike="noStrike" u="none">
                <a:solidFill>
                  <a:srgbClr val="ffffff"/>
                </a:solidFill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830EADD1-EB5F-4E99-925A-6F3AA1803E64}" type="slidenum">
              <a:rPr b="0" lang="en-US" sz="1050" strike="noStrike" u="none">
                <a:solidFill>
                  <a:srgbClr val="ffffff"/>
                </a:solidFill>
                <a:uFillTx/>
                <a:latin typeface="Calibri"/>
              </a:rPr>
              <a:t>&lt;number&gt;</a:t>
            </a:fld>
            <a:endParaRPr b="0" lang="es-ES" sz="105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510" name="PlaceHolder 5"/>
          <p:cNvSpPr>
            <a:spLocks noGrp="1"/>
          </p:cNvSpPr>
          <p:nvPr>
            <p:ph type="dt" idx="183"/>
          </p:nvPr>
        </p:nvSpPr>
        <p:spPr>
          <a:xfrm>
            <a:off x="1097280" y="6459840"/>
            <a:ext cx="246888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s-E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s-ES" sz="1400" strike="noStrike" u="none">
                <a:solidFill>
                  <a:srgbClr val="000000"/>
                </a:solidFill>
                <a:uFillTx/>
                <a:latin typeface="Times New Roman"/>
              </a:rPr>
              <a:t>&lt;date/time&gt;</a:t>
            </a:r>
            <a:endParaRPr b="0" lang="es-E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9" r:id="rId2"/>
  </p:sldLayoutIdLst>
</p:sldMaster>
</file>

<file path=ppt/slideMasters/slideMaster6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Rectangle 6"/>
          <p:cNvSpPr/>
          <p:nvPr/>
        </p:nvSpPr>
        <p:spPr>
          <a:xfrm>
            <a:off x="0" y="6400800"/>
            <a:ext cx="12188880" cy="4539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514" name="Rectangle 8"/>
          <p:cNvSpPr/>
          <p:nvPr/>
        </p:nvSpPr>
        <p:spPr>
          <a:xfrm>
            <a:off x="0" y="6334200"/>
            <a:ext cx="12188880" cy="62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0880" bIns="2088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cxnSp>
        <p:nvCxnSpPr>
          <p:cNvPr id="515" name="Straight Connector 9"/>
          <p:cNvCxnSpPr/>
          <p:nvPr/>
        </p:nvCxnSpPr>
        <p:spPr>
          <a:xfrm>
            <a:off x="1193400" y="1737720"/>
            <a:ext cx="9970200" cy="3240"/>
          </a:xfrm>
          <a:prstGeom prst="straightConnector1">
            <a:avLst/>
          </a:prstGeom>
          <a:ln w="6350">
            <a:solidFill>
              <a:srgbClr val="808080"/>
            </a:solidFill>
            <a:round/>
          </a:ln>
        </p:spPr>
      </p:cxnSp>
      <p:sp>
        <p:nvSpPr>
          <p:cNvPr id="516" name="PlaceHolder 1"/>
          <p:cNvSpPr>
            <a:spLocks noGrp="1"/>
          </p:cNvSpPr>
          <p:nvPr>
            <p:ph type="ftr" idx="184"/>
          </p:nvPr>
        </p:nvSpPr>
        <p:spPr>
          <a:xfrm>
            <a:off x="3686040" y="6459840"/>
            <a:ext cx="481968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s-E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1400" strike="noStrike" u="non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  <a:endParaRPr b="0" lang="es-E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517" name="PlaceHolder 2"/>
          <p:cNvSpPr>
            <a:spLocks noGrp="1"/>
          </p:cNvSpPr>
          <p:nvPr>
            <p:ph type="sldNum" idx="185"/>
          </p:nvPr>
        </p:nvSpPr>
        <p:spPr>
          <a:xfrm>
            <a:off x="9900360" y="6459840"/>
            <a:ext cx="13089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050" strike="noStrike" u="none">
                <a:solidFill>
                  <a:srgbClr val="ffffff"/>
                </a:solidFill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64CFD04B-FBD6-4FFA-8B32-02F6DE36AEB1}" type="slidenum">
              <a:rPr b="0" lang="en-US" sz="1050" strike="noStrike" u="none">
                <a:solidFill>
                  <a:srgbClr val="ffffff"/>
                </a:solidFill>
                <a:uFillTx/>
                <a:latin typeface="Calibri"/>
              </a:rPr>
              <a:t>&lt;number&gt;</a:t>
            </a:fld>
            <a:endParaRPr b="0" lang="es-ES" sz="105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518" name="PlaceHolder 3"/>
          <p:cNvSpPr>
            <a:spLocks noGrp="1"/>
          </p:cNvSpPr>
          <p:nvPr>
            <p:ph type="dt" idx="186"/>
          </p:nvPr>
        </p:nvSpPr>
        <p:spPr>
          <a:xfrm>
            <a:off x="1097280" y="6459840"/>
            <a:ext cx="246888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s-E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s-ES" sz="1400" strike="noStrike" u="none">
                <a:solidFill>
                  <a:srgbClr val="000000"/>
                </a:solidFill>
                <a:uFillTx/>
                <a:latin typeface="Times New Roman"/>
              </a:rPr>
              <a:t>&lt;date/time&gt;</a:t>
            </a:r>
            <a:endParaRPr b="0" lang="es-E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1" r:id="rId2"/>
  </p:sldLayoutIdLst>
</p:sldMaster>
</file>

<file path=ppt/slideMasters/slideMaster6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Rectangle 6"/>
          <p:cNvSpPr/>
          <p:nvPr/>
        </p:nvSpPr>
        <p:spPr>
          <a:xfrm>
            <a:off x="0" y="6400800"/>
            <a:ext cx="12188880" cy="4539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520" name="Rectangle 8"/>
          <p:cNvSpPr/>
          <p:nvPr/>
        </p:nvSpPr>
        <p:spPr>
          <a:xfrm>
            <a:off x="0" y="6334200"/>
            <a:ext cx="12188880" cy="62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0880" bIns="2088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cxnSp>
        <p:nvCxnSpPr>
          <p:cNvPr id="521" name="Straight Connector 9"/>
          <p:cNvCxnSpPr/>
          <p:nvPr/>
        </p:nvCxnSpPr>
        <p:spPr>
          <a:xfrm>
            <a:off x="1193400" y="1737720"/>
            <a:ext cx="9970200" cy="3240"/>
          </a:xfrm>
          <a:prstGeom prst="straightConnector1">
            <a:avLst/>
          </a:prstGeom>
          <a:ln w="6350">
            <a:solidFill>
              <a:srgbClr val="808080"/>
            </a:solidFill>
            <a:round/>
          </a:ln>
        </p:spPr>
      </p:cxnSp>
      <p:sp>
        <p:nvSpPr>
          <p:cNvPr id="52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0640" cy="114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23" name="PlaceHolder 2"/>
          <p:cNvSpPr>
            <a:spLocks noGrp="1"/>
          </p:cNvSpPr>
          <p:nvPr>
            <p:ph type="ftr" idx="187"/>
          </p:nvPr>
        </p:nvSpPr>
        <p:spPr>
          <a:xfrm>
            <a:off x="3686040" y="6459840"/>
            <a:ext cx="481968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s-E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s-E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524" name="PlaceHolder 3"/>
          <p:cNvSpPr>
            <a:spLocks noGrp="1"/>
          </p:cNvSpPr>
          <p:nvPr>
            <p:ph type="sldNum" idx="188"/>
          </p:nvPr>
        </p:nvSpPr>
        <p:spPr>
          <a:xfrm>
            <a:off x="9900360" y="6459840"/>
            <a:ext cx="13089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050" strike="noStrike" u="none">
                <a:solidFill>
                  <a:srgbClr val="ffffff"/>
                </a:solidFill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5F831407-3BAD-496A-B13D-2AB95C6FFC0C}" type="slidenum">
              <a:rPr b="0" lang="en-US" sz="1050" strike="noStrike" u="none">
                <a:solidFill>
                  <a:srgbClr val="ffffff"/>
                </a:solidFill>
                <a:uFillTx/>
                <a:latin typeface="Calibri"/>
              </a:rPr>
              <a:t>1</a:t>
            </a:fld>
            <a:endParaRPr b="0" lang="es-ES" sz="105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525" name="PlaceHolder 4"/>
          <p:cNvSpPr>
            <a:spLocks noGrp="1"/>
          </p:cNvSpPr>
          <p:nvPr>
            <p:ph type="dt" idx="189"/>
          </p:nvPr>
        </p:nvSpPr>
        <p:spPr>
          <a:xfrm>
            <a:off x="1097280" y="6459840"/>
            <a:ext cx="246888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s-E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s-ES" sz="1400" strike="noStrike" u="none">
                <a:solidFill>
                  <a:srgbClr val="000000"/>
                </a:solidFill>
                <a:uFillTx/>
                <a:latin typeface="Times New Roman"/>
              </a:rPr>
              <a:t>&lt;date/time&gt;</a:t>
            </a:r>
            <a:endParaRPr b="0" lang="es-E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3" r:id="rId2"/>
  </p:sldLayoutIdLst>
</p:sldMaster>
</file>

<file path=ppt/slideMasters/slideMaster6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Rectangle 6"/>
          <p:cNvSpPr/>
          <p:nvPr/>
        </p:nvSpPr>
        <p:spPr>
          <a:xfrm>
            <a:off x="0" y="6400800"/>
            <a:ext cx="12188880" cy="4539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528" name="Rectangle 8"/>
          <p:cNvSpPr/>
          <p:nvPr/>
        </p:nvSpPr>
        <p:spPr>
          <a:xfrm>
            <a:off x="0" y="6334200"/>
            <a:ext cx="12188880" cy="62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0880" bIns="2088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cxnSp>
        <p:nvCxnSpPr>
          <p:cNvPr id="529" name="Straight Connector 9"/>
          <p:cNvCxnSpPr/>
          <p:nvPr/>
        </p:nvCxnSpPr>
        <p:spPr>
          <a:xfrm>
            <a:off x="1193400" y="1737720"/>
            <a:ext cx="9970200" cy="3240"/>
          </a:xfrm>
          <a:prstGeom prst="straightConnector1">
            <a:avLst/>
          </a:prstGeom>
          <a:ln w="6350">
            <a:solidFill>
              <a:srgbClr val="808080"/>
            </a:solidFill>
            <a:round/>
          </a:ln>
        </p:spPr>
      </p:cxnSp>
      <p:sp>
        <p:nvSpPr>
          <p:cNvPr id="53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0640" cy="114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3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200" cy="397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32" name="PlaceHolder 3"/>
          <p:cNvSpPr>
            <a:spLocks noGrp="1"/>
          </p:cNvSpPr>
          <p:nvPr>
            <p:ph type="body"/>
          </p:nvPr>
        </p:nvSpPr>
        <p:spPr>
          <a:xfrm>
            <a:off x="6231240" y="1604520"/>
            <a:ext cx="5353200" cy="397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33" name="PlaceHolder 4"/>
          <p:cNvSpPr>
            <a:spLocks noGrp="1"/>
          </p:cNvSpPr>
          <p:nvPr>
            <p:ph type="ftr" idx="190"/>
          </p:nvPr>
        </p:nvSpPr>
        <p:spPr>
          <a:xfrm>
            <a:off x="3686040" y="6459840"/>
            <a:ext cx="481968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s-E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1400" strike="noStrike" u="non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  <a:endParaRPr b="0" lang="es-E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534" name="PlaceHolder 5"/>
          <p:cNvSpPr>
            <a:spLocks noGrp="1"/>
          </p:cNvSpPr>
          <p:nvPr>
            <p:ph type="sldNum" idx="191"/>
          </p:nvPr>
        </p:nvSpPr>
        <p:spPr>
          <a:xfrm>
            <a:off x="9900360" y="6459840"/>
            <a:ext cx="13089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050" strike="noStrike" u="none">
                <a:solidFill>
                  <a:srgbClr val="ffffff"/>
                </a:solidFill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70A5CEC8-E5A8-4E0A-9951-88144077414C}" type="slidenum">
              <a:rPr b="0" lang="en-US" sz="1050" strike="noStrike" u="none">
                <a:solidFill>
                  <a:srgbClr val="ffffff"/>
                </a:solidFill>
                <a:uFillTx/>
                <a:latin typeface="Calibri"/>
              </a:rPr>
              <a:t>&lt;number&gt;</a:t>
            </a:fld>
            <a:endParaRPr b="0" lang="es-ES" sz="105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535" name="PlaceHolder 6"/>
          <p:cNvSpPr>
            <a:spLocks noGrp="1"/>
          </p:cNvSpPr>
          <p:nvPr>
            <p:ph type="dt" idx="192"/>
          </p:nvPr>
        </p:nvSpPr>
        <p:spPr>
          <a:xfrm>
            <a:off x="1097280" y="6459840"/>
            <a:ext cx="246888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s-E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s-ES" sz="1400" strike="noStrike" u="none">
                <a:solidFill>
                  <a:srgbClr val="000000"/>
                </a:solidFill>
                <a:uFillTx/>
                <a:latin typeface="Times New Roman"/>
              </a:rPr>
              <a:t>&lt;date/time&gt;</a:t>
            </a:r>
            <a:endParaRPr b="0" lang="es-E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5" r:id="rId2"/>
  </p:sldLayoutIdLst>
</p:sldMaster>
</file>

<file path=ppt/slideMasters/slideMaster6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Rectangle 6"/>
          <p:cNvSpPr/>
          <p:nvPr/>
        </p:nvSpPr>
        <p:spPr>
          <a:xfrm>
            <a:off x="0" y="6400800"/>
            <a:ext cx="12188880" cy="4539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540" name="Rectangle 8"/>
          <p:cNvSpPr/>
          <p:nvPr/>
        </p:nvSpPr>
        <p:spPr>
          <a:xfrm>
            <a:off x="0" y="6334200"/>
            <a:ext cx="12188880" cy="62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0880" bIns="2088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cxnSp>
        <p:nvCxnSpPr>
          <p:cNvPr id="541" name="Straight Connector 9"/>
          <p:cNvCxnSpPr/>
          <p:nvPr/>
        </p:nvCxnSpPr>
        <p:spPr>
          <a:xfrm>
            <a:off x="1193400" y="1737720"/>
            <a:ext cx="9970200" cy="3240"/>
          </a:xfrm>
          <a:prstGeom prst="straightConnector1">
            <a:avLst/>
          </a:prstGeom>
          <a:ln w="6350">
            <a:solidFill>
              <a:srgbClr val="808080"/>
            </a:solidFill>
            <a:round/>
          </a:ln>
        </p:spPr>
      </p:cxnSp>
      <p:sp>
        <p:nvSpPr>
          <p:cNvPr id="542" name="PlaceHolder 1"/>
          <p:cNvSpPr>
            <a:spLocks noGrp="1"/>
          </p:cNvSpPr>
          <p:nvPr>
            <p:ph type="ftr" idx="193"/>
          </p:nvPr>
        </p:nvSpPr>
        <p:spPr>
          <a:xfrm>
            <a:off x="3686040" y="6459840"/>
            <a:ext cx="481968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s-E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1400" strike="noStrike" u="non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  <a:endParaRPr b="0" lang="es-E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543" name="PlaceHolder 2"/>
          <p:cNvSpPr>
            <a:spLocks noGrp="1"/>
          </p:cNvSpPr>
          <p:nvPr>
            <p:ph type="sldNum" idx="194"/>
          </p:nvPr>
        </p:nvSpPr>
        <p:spPr>
          <a:xfrm>
            <a:off x="9900360" y="6459840"/>
            <a:ext cx="13089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050" strike="noStrike" u="none">
                <a:solidFill>
                  <a:srgbClr val="ffffff"/>
                </a:solidFill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0F62B29A-120B-4B07-8AF3-C40365D55B1E}" type="slidenum">
              <a:rPr b="0" lang="en-US" sz="1050" strike="noStrike" u="none">
                <a:solidFill>
                  <a:srgbClr val="ffffff"/>
                </a:solidFill>
                <a:uFillTx/>
                <a:latin typeface="Calibri"/>
              </a:rPr>
              <a:t>&lt;number&gt;</a:t>
            </a:fld>
            <a:endParaRPr b="0" lang="es-ES" sz="105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544" name="PlaceHolder 3"/>
          <p:cNvSpPr>
            <a:spLocks noGrp="1"/>
          </p:cNvSpPr>
          <p:nvPr>
            <p:ph type="dt" idx="195"/>
          </p:nvPr>
        </p:nvSpPr>
        <p:spPr>
          <a:xfrm>
            <a:off x="1097280" y="6459840"/>
            <a:ext cx="246888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s-E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s-ES" sz="1400" strike="noStrike" u="none">
                <a:solidFill>
                  <a:srgbClr val="000000"/>
                </a:solidFill>
                <a:uFillTx/>
                <a:latin typeface="Times New Roman"/>
              </a:rPr>
              <a:t>&lt;date/time&gt;</a:t>
            </a:r>
            <a:endParaRPr b="0" lang="es-E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7" r:id="rId2"/>
  </p:sldLayoutIdLst>
</p:sldMaster>
</file>

<file path=ppt/slideMasters/slideMaster6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Rectangle 6"/>
          <p:cNvSpPr/>
          <p:nvPr/>
        </p:nvSpPr>
        <p:spPr>
          <a:xfrm>
            <a:off x="0" y="6400800"/>
            <a:ext cx="12188880" cy="4539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546" name="Rectangle 8"/>
          <p:cNvSpPr/>
          <p:nvPr/>
        </p:nvSpPr>
        <p:spPr>
          <a:xfrm>
            <a:off x="0" y="6334200"/>
            <a:ext cx="12188880" cy="62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0880" bIns="2088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cxnSp>
        <p:nvCxnSpPr>
          <p:cNvPr id="547" name="Straight Connector 9"/>
          <p:cNvCxnSpPr/>
          <p:nvPr/>
        </p:nvCxnSpPr>
        <p:spPr>
          <a:xfrm>
            <a:off x="1193400" y="1737720"/>
            <a:ext cx="9970200" cy="3240"/>
          </a:xfrm>
          <a:prstGeom prst="straightConnector1">
            <a:avLst/>
          </a:prstGeom>
          <a:ln w="6350">
            <a:solidFill>
              <a:srgbClr val="808080"/>
            </a:solidFill>
            <a:round/>
          </a:ln>
        </p:spPr>
      </p:cxnSp>
      <p:sp>
        <p:nvSpPr>
          <p:cNvPr id="548" name="PlaceHolder 1"/>
          <p:cNvSpPr>
            <a:spLocks noGrp="1"/>
          </p:cNvSpPr>
          <p:nvPr>
            <p:ph type="ftr" idx="196"/>
          </p:nvPr>
        </p:nvSpPr>
        <p:spPr>
          <a:xfrm>
            <a:off x="3686040" y="6459840"/>
            <a:ext cx="481968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s-E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1400" strike="noStrike" u="non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  <a:endParaRPr b="0" lang="es-E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549" name="PlaceHolder 2"/>
          <p:cNvSpPr>
            <a:spLocks noGrp="1"/>
          </p:cNvSpPr>
          <p:nvPr>
            <p:ph type="sldNum" idx="197"/>
          </p:nvPr>
        </p:nvSpPr>
        <p:spPr>
          <a:xfrm>
            <a:off x="9900360" y="6459840"/>
            <a:ext cx="13089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050" strike="noStrike" u="none">
                <a:solidFill>
                  <a:srgbClr val="ffffff"/>
                </a:solidFill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36182692-C43A-4F41-A16D-2A3013CEC83C}" type="slidenum">
              <a:rPr b="0" lang="en-US" sz="1050" strike="noStrike" u="none">
                <a:solidFill>
                  <a:srgbClr val="ffffff"/>
                </a:solidFill>
                <a:uFillTx/>
                <a:latin typeface="Calibri"/>
              </a:rPr>
              <a:t>&lt;number&gt;</a:t>
            </a:fld>
            <a:endParaRPr b="0" lang="es-ES" sz="105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550" name="PlaceHolder 3"/>
          <p:cNvSpPr>
            <a:spLocks noGrp="1"/>
          </p:cNvSpPr>
          <p:nvPr>
            <p:ph type="dt" idx="198"/>
          </p:nvPr>
        </p:nvSpPr>
        <p:spPr>
          <a:xfrm>
            <a:off x="1097280" y="6459840"/>
            <a:ext cx="246888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s-E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s-ES" sz="1400" strike="noStrike" u="none">
                <a:solidFill>
                  <a:srgbClr val="000000"/>
                </a:solidFill>
                <a:uFillTx/>
                <a:latin typeface="Times New Roman"/>
              </a:rPr>
              <a:t>&lt;date/time&gt;</a:t>
            </a:r>
            <a:endParaRPr b="0" lang="es-E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9" r:id="rId2"/>
  </p:sldLayoutIdLst>
</p:sldMaster>
</file>

<file path=ppt/slideMasters/slideMaster6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Rectangle 6"/>
          <p:cNvSpPr/>
          <p:nvPr/>
        </p:nvSpPr>
        <p:spPr>
          <a:xfrm>
            <a:off x="0" y="6400800"/>
            <a:ext cx="12188880" cy="4539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552" name="Rectangle 8"/>
          <p:cNvSpPr/>
          <p:nvPr/>
        </p:nvSpPr>
        <p:spPr>
          <a:xfrm>
            <a:off x="0" y="6334200"/>
            <a:ext cx="12188880" cy="62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0880" bIns="2088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cxnSp>
        <p:nvCxnSpPr>
          <p:cNvPr id="553" name="Straight Connector 9"/>
          <p:cNvCxnSpPr/>
          <p:nvPr/>
        </p:nvCxnSpPr>
        <p:spPr>
          <a:xfrm>
            <a:off x="1193400" y="1737720"/>
            <a:ext cx="9970200" cy="3240"/>
          </a:xfrm>
          <a:prstGeom prst="straightConnector1">
            <a:avLst/>
          </a:prstGeom>
          <a:ln w="6350">
            <a:solidFill>
              <a:srgbClr val="808080"/>
            </a:solidFill>
            <a:round/>
          </a:ln>
        </p:spPr>
      </p:cxnSp>
      <p:sp>
        <p:nvSpPr>
          <p:cNvPr id="55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0640" cy="114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5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0640" cy="397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56" name="PlaceHolder 3"/>
          <p:cNvSpPr>
            <a:spLocks noGrp="1"/>
          </p:cNvSpPr>
          <p:nvPr>
            <p:ph type="ftr" idx="199"/>
          </p:nvPr>
        </p:nvSpPr>
        <p:spPr>
          <a:xfrm>
            <a:off x="3686040" y="6459840"/>
            <a:ext cx="481968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s-E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1400" strike="noStrike" u="non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  <a:endParaRPr b="0" lang="es-E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557" name="PlaceHolder 4"/>
          <p:cNvSpPr>
            <a:spLocks noGrp="1"/>
          </p:cNvSpPr>
          <p:nvPr>
            <p:ph type="sldNum" idx="200"/>
          </p:nvPr>
        </p:nvSpPr>
        <p:spPr>
          <a:xfrm>
            <a:off x="9900360" y="6459840"/>
            <a:ext cx="13089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050" strike="noStrike" u="none">
                <a:solidFill>
                  <a:srgbClr val="ffffff"/>
                </a:solidFill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AF3E7B96-D61A-417F-99C2-7C5A420D0115}" type="slidenum">
              <a:rPr b="0" lang="en-US" sz="1050" strike="noStrike" u="none">
                <a:solidFill>
                  <a:srgbClr val="ffffff"/>
                </a:solidFill>
                <a:uFillTx/>
                <a:latin typeface="Calibri"/>
              </a:rPr>
              <a:t>&lt;number&gt;</a:t>
            </a:fld>
            <a:endParaRPr b="0" lang="es-ES" sz="105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558" name="PlaceHolder 5"/>
          <p:cNvSpPr>
            <a:spLocks noGrp="1"/>
          </p:cNvSpPr>
          <p:nvPr>
            <p:ph type="dt" idx="201"/>
          </p:nvPr>
        </p:nvSpPr>
        <p:spPr>
          <a:xfrm>
            <a:off x="1097280" y="6459840"/>
            <a:ext cx="246888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s-E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s-ES" sz="1400" strike="noStrike" u="none">
                <a:solidFill>
                  <a:srgbClr val="000000"/>
                </a:solidFill>
                <a:uFillTx/>
                <a:latin typeface="Times New Roman"/>
              </a:rPr>
              <a:t>&lt;date/time&gt;</a:t>
            </a:r>
            <a:endParaRPr b="0" lang="es-E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81" r:id="rId2"/>
  </p:sldLayoutIdLst>
</p:sldMaster>
</file>

<file path=ppt/slideMasters/slideMaster6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Rectangle 6"/>
          <p:cNvSpPr/>
          <p:nvPr/>
        </p:nvSpPr>
        <p:spPr>
          <a:xfrm>
            <a:off x="0" y="6400800"/>
            <a:ext cx="12188880" cy="4539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562" name="Rectangle 8"/>
          <p:cNvSpPr/>
          <p:nvPr/>
        </p:nvSpPr>
        <p:spPr>
          <a:xfrm>
            <a:off x="0" y="6334200"/>
            <a:ext cx="12188880" cy="62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0880" bIns="2088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cxnSp>
        <p:nvCxnSpPr>
          <p:cNvPr id="563" name="Straight Connector 9"/>
          <p:cNvCxnSpPr/>
          <p:nvPr/>
        </p:nvCxnSpPr>
        <p:spPr>
          <a:xfrm>
            <a:off x="1193400" y="1737720"/>
            <a:ext cx="9970200" cy="3240"/>
          </a:xfrm>
          <a:prstGeom prst="straightConnector1">
            <a:avLst/>
          </a:prstGeom>
          <a:ln w="6350">
            <a:solidFill>
              <a:srgbClr val="808080"/>
            </a:solidFill>
            <a:round/>
          </a:ln>
        </p:spPr>
      </p:cxnSp>
      <p:sp>
        <p:nvSpPr>
          <p:cNvPr id="564" name="PlaceHolder 1"/>
          <p:cNvSpPr>
            <a:spLocks noGrp="1"/>
          </p:cNvSpPr>
          <p:nvPr>
            <p:ph type="ftr" idx="202"/>
          </p:nvPr>
        </p:nvSpPr>
        <p:spPr>
          <a:xfrm>
            <a:off x="3686040" y="6459840"/>
            <a:ext cx="481968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s-E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1400" strike="noStrike" u="non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  <a:endParaRPr b="0" lang="es-E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565" name="PlaceHolder 2"/>
          <p:cNvSpPr>
            <a:spLocks noGrp="1"/>
          </p:cNvSpPr>
          <p:nvPr>
            <p:ph type="sldNum" idx="203"/>
          </p:nvPr>
        </p:nvSpPr>
        <p:spPr>
          <a:xfrm>
            <a:off x="9900360" y="6459840"/>
            <a:ext cx="13089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050" strike="noStrike" u="none">
                <a:solidFill>
                  <a:srgbClr val="ffffff"/>
                </a:solidFill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399890DF-07A3-49CF-929D-92530B0E4D89}" type="slidenum">
              <a:rPr b="0" lang="en-US" sz="1050" strike="noStrike" u="none">
                <a:solidFill>
                  <a:srgbClr val="ffffff"/>
                </a:solidFill>
                <a:uFillTx/>
                <a:latin typeface="Calibri"/>
              </a:rPr>
              <a:t>&lt;number&gt;</a:t>
            </a:fld>
            <a:endParaRPr b="0" lang="es-ES" sz="105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566" name="PlaceHolder 3"/>
          <p:cNvSpPr>
            <a:spLocks noGrp="1"/>
          </p:cNvSpPr>
          <p:nvPr>
            <p:ph type="dt" idx="204"/>
          </p:nvPr>
        </p:nvSpPr>
        <p:spPr>
          <a:xfrm>
            <a:off x="1097280" y="6459840"/>
            <a:ext cx="246888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s-E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s-ES" sz="1400" strike="noStrike" u="none">
                <a:solidFill>
                  <a:srgbClr val="000000"/>
                </a:solidFill>
                <a:uFillTx/>
                <a:latin typeface="Times New Roman"/>
              </a:rPr>
              <a:t>&lt;date/time&gt;</a:t>
            </a:r>
            <a:endParaRPr b="0" lang="es-E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83" r:id="rId2"/>
  </p:sldLayoutIdLst>
</p:sldMaster>
</file>

<file path=ppt/slideMasters/slideMaster6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Rectangle 6"/>
          <p:cNvSpPr/>
          <p:nvPr/>
        </p:nvSpPr>
        <p:spPr>
          <a:xfrm>
            <a:off x="0" y="6400800"/>
            <a:ext cx="12188880" cy="4539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568" name="Rectangle 8"/>
          <p:cNvSpPr/>
          <p:nvPr/>
        </p:nvSpPr>
        <p:spPr>
          <a:xfrm>
            <a:off x="0" y="6334200"/>
            <a:ext cx="12188880" cy="62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0880" bIns="2088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cxnSp>
        <p:nvCxnSpPr>
          <p:cNvPr id="569" name="Straight Connector 9"/>
          <p:cNvCxnSpPr/>
          <p:nvPr/>
        </p:nvCxnSpPr>
        <p:spPr>
          <a:xfrm>
            <a:off x="1193400" y="1737720"/>
            <a:ext cx="9970200" cy="3240"/>
          </a:xfrm>
          <a:prstGeom prst="straightConnector1">
            <a:avLst/>
          </a:prstGeom>
          <a:ln w="6350">
            <a:solidFill>
              <a:srgbClr val="808080"/>
            </a:solidFill>
            <a:round/>
          </a:ln>
        </p:spPr>
      </p:cxnSp>
      <p:sp>
        <p:nvSpPr>
          <p:cNvPr id="57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0640" cy="114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71" name="PlaceHolder 2"/>
          <p:cNvSpPr>
            <a:spLocks noGrp="1"/>
          </p:cNvSpPr>
          <p:nvPr>
            <p:ph type="ftr" idx="205"/>
          </p:nvPr>
        </p:nvSpPr>
        <p:spPr>
          <a:xfrm>
            <a:off x="3686040" y="6459840"/>
            <a:ext cx="481968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s-E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1400" strike="noStrike" u="non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  <a:endParaRPr b="0" lang="es-E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572" name="PlaceHolder 3"/>
          <p:cNvSpPr>
            <a:spLocks noGrp="1"/>
          </p:cNvSpPr>
          <p:nvPr>
            <p:ph type="sldNum" idx="206"/>
          </p:nvPr>
        </p:nvSpPr>
        <p:spPr>
          <a:xfrm>
            <a:off x="9900360" y="6459840"/>
            <a:ext cx="13089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050" strike="noStrike" u="none">
                <a:solidFill>
                  <a:srgbClr val="ffffff"/>
                </a:solidFill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778765AE-3257-4BD7-9359-765AC08987B5}" type="slidenum">
              <a:rPr b="0" lang="en-US" sz="1050" strike="noStrike" u="none">
                <a:solidFill>
                  <a:srgbClr val="ffffff"/>
                </a:solidFill>
                <a:uFillTx/>
                <a:latin typeface="Calibri"/>
              </a:rPr>
              <a:t>&lt;number&gt;</a:t>
            </a:fld>
            <a:endParaRPr b="0" lang="es-ES" sz="105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573" name="PlaceHolder 4"/>
          <p:cNvSpPr>
            <a:spLocks noGrp="1"/>
          </p:cNvSpPr>
          <p:nvPr>
            <p:ph type="dt" idx="207"/>
          </p:nvPr>
        </p:nvSpPr>
        <p:spPr>
          <a:xfrm>
            <a:off x="1097280" y="6459840"/>
            <a:ext cx="246888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s-E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s-ES" sz="1400" strike="noStrike" u="none">
                <a:solidFill>
                  <a:srgbClr val="000000"/>
                </a:solidFill>
                <a:uFillTx/>
                <a:latin typeface="Times New Roman"/>
              </a:rPr>
              <a:t>&lt;date/time&gt;</a:t>
            </a:r>
            <a:endParaRPr b="0" lang="es-E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85" r:id="rId2"/>
  </p:sldLayoutIdLst>
</p:sldMaster>
</file>

<file path=ppt/slideMasters/slideMaster7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Rectangle 6"/>
          <p:cNvSpPr/>
          <p:nvPr/>
        </p:nvSpPr>
        <p:spPr>
          <a:xfrm>
            <a:off x="0" y="6400800"/>
            <a:ext cx="12188880" cy="4539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577" name="Rectangle 8"/>
          <p:cNvSpPr/>
          <p:nvPr/>
        </p:nvSpPr>
        <p:spPr>
          <a:xfrm>
            <a:off x="0" y="6334200"/>
            <a:ext cx="12188880" cy="62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0880" bIns="2088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cxnSp>
        <p:nvCxnSpPr>
          <p:cNvPr id="578" name="Straight Connector 9"/>
          <p:cNvCxnSpPr/>
          <p:nvPr/>
        </p:nvCxnSpPr>
        <p:spPr>
          <a:xfrm>
            <a:off x="1193400" y="1737720"/>
            <a:ext cx="9970200" cy="3240"/>
          </a:xfrm>
          <a:prstGeom prst="straightConnector1">
            <a:avLst/>
          </a:prstGeom>
          <a:ln w="6350">
            <a:solidFill>
              <a:srgbClr val="808080"/>
            </a:solidFill>
            <a:round/>
          </a:ln>
        </p:spPr>
      </p:cxnSp>
      <p:sp>
        <p:nvSpPr>
          <p:cNvPr id="579" name="PlaceHolder 1"/>
          <p:cNvSpPr>
            <a:spLocks noGrp="1"/>
          </p:cNvSpPr>
          <p:nvPr>
            <p:ph type="ftr" idx="208"/>
          </p:nvPr>
        </p:nvSpPr>
        <p:spPr>
          <a:xfrm>
            <a:off x="3686040" y="6459840"/>
            <a:ext cx="481968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s-E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1400" strike="noStrike" u="non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  <a:endParaRPr b="0" lang="es-E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580" name="PlaceHolder 2"/>
          <p:cNvSpPr>
            <a:spLocks noGrp="1"/>
          </p:cNvSpPr>
          <p:nvPr>
            <p:ph type="sldNum" idx="209"/>
          </p:nvPr>
        </p:nvSpPr>
        <p:spPr>
          <a:xfrm>
            <a:off x="9900360" y="6459840"/>
            <a:ext cx="13089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050" strike="noStrike" u="none">
                <a:solidFill>
                  <a:srgbClr val="ffffff"/>
                </a:solidFill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0877A552-163B-47FC-A62E-47D0CF4988A6}" type="slidenum">
              <a:rPr b="0" lang="en-US" sz="1050" strike="noStrike" u="none">
                <a:solidFill>
                  <a:srgbClr val="ffffff"/>
                </a:solidFill>
                <a:uFillTx/>
                <a:latin typeface="Calibri"/>
              </a:rPr>
              <a:t>&lt;number&gt;</a:t>
            </a:fld>
            <a:endParaRPr b="0" lang="es-ES" sz="105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581" name="PlaceHolder 3"/>
          <p:cNvSpPr>
            <a:spLocks noGrp="1"/>
          </p:cNvSpPr>
          <p:nvPr>
            <p:ph type="dt" idx="210"/>
          </p:nvPr>
        </p:nvSpPr>
        <p:spPr>
          <a:xfrm>
            <a:off x="1097280" y="6459840"/>
            <a:ext cx="246888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s-E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s-ES" sz="1400" strike="noStrike" u="none">
                <a:solidFill>
                  <a:srgbClr val="000000"/>
                </a:solidFill>
                <a:uFillTx/>
                <a:latin typeface="Times New Roman"/>
              </a:rPr>
              <a:t>&lt;date/time&gt;</a:t>
            </a:r>
            <a:endParaRPr b="0" lang="es-E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87" r:id="rId2"/>
  </p:sldLayoutIdLst>
</p:sldMaster>
</file>

<file path=ppt/slideMasters/slideMaster7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Rectangle 6"/>
          <p:cNvSpPr/>
          <p:nvPr/>
        </p:nvSpPr>
        <p:spPr>
          <a:xfrm>
            <a:off x="0" y="6400800"/>
            <a:ext cx="12188880" cy="4539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583" name="Rectangle 8"/>
          <p:cNvSpPr/>
          <p:nvPr/>
        </p:nvSpPr>
        <p:spPr>
          <a:xfrm>
            <a:off x="0" y="6334200"/>
            <a:ext cx="12188880" cy="62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0880" bIns="2088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cxnSp>
        <p:nvCxnSpPr>
          <p:cNvPr id="584" name="Straight Connector 9"/>
          <p:cNvCxnSpPr/>
          <p:nvPr/>
        </p:nvCxnSpPr>
        <p:spPr>
          <a:xfrm>
            <a:off x="1193400" y="1737720"/>
            <a:ext cx="9970200" cy="3240"/>
          </a:xfrm>
          <a:prstGeom prst="straightConnector1">
            <a:avLst/>
          </a:prstGeom>
          <a:ln w="6350">
            <a:solidFill>
              <a:srgbClr val="808080"/>
            </a:solidFill>
            <a:round/>
          </a:ln>
        </p:spPr>
      </p:cxnSp>
      <p:sp>
        <p:nvSpPr>
          <p:cNvPr id="58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0640" cy="114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8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200" cy="397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87" name="PlaceHolder 3"/>
          <p:cNvSpPr>
            <a:spLocks noGrp="1"/>
          </p:cNvSpPr>
          <p:nvPr>
            <p:ph type="body"/>
          </p:nvPr>
        </p:nvSpPr>
        <p:spPr>
          <a:xfrm>
            <a:off x="6231240" y="1604520"/>
            <a:ext cx="5353200" cy="397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88" name="PlaceHolder 4"/>
          <p:cNvSpPr>
            <a:spLocks noGrp="1"/>
          </p:cNvSpPr>
          <p:nvPr>
            <p:ph type="ftr" idx="211"/>
          </p:nvPr>
        </p:nvSpPr>
        <p:spPr>
          <a:xfrm>
            <a:off x="3686040" y="6459840"/>
            <a:ext cx="481968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s-E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1400" strike="noStrike" u="non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  <a:endParaRPr b="0" lang="es-E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589" name="PlaceHolder 5"/>
          <p:cNvSpPr>
            <a:spLocks noGrp="1"/>
          </p:cNvSpPr>
          <p:nvPr>
            <p:ph type="sldNum" idx="212"/>
          </p:nvPr>
        </p:nvSpPr>
        <p:spPr>
          <a:xfrm>
            <a:off x="9900360" y="6459840"/>
            <a:ext cx="13089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050" strike="noStrike" u="none">
                <a:solidFill>
                  <a:srgbClr val="ffffff"/>
                </a:solidFill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E5D89B20-87F7-42A6-ABB2-A2DC4375EE8E}" type="slidenum">
              <a:rPr b="0" lang="en-US" sz="1050" strike="noStrike" u="none">
                <a:solidFill>
                  <a:srgbClr val="ffffff"/>
                </a:solidFill>
                <a:uFillTx/>
                <a:latin typeface="Calibri"/>
              </a:rPr>
              <a:t>&lt;number&gt;</a:t>
            </a:fld>
            <a:endParaRPr b="0" lang="es-ES" sz="105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590" name="PlaceHolder 6"/>
          <p:cNvSpPr>
            <a:spLocks noGrp="1"/>
          </p:cNvSpPr>
          <p:nvPr>
            <p:ph type="dt" idx="213"/>
          </p:nvPr>
        </p:nvSpPr>
        <p:spPr>
          <a:xfrm>
            <a:off x="1097280" y="6459840"/>
            <a:ext cx="246888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s-E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s-ES" sz="1400" strike="noStrike" u="none">
                <a:solidFill>
                  <a:srgbClr val="000000"/>
                </a:solidFill>
                <a:uFillTx/>
                <a:latin typeface="Times New Roman"/>
              </a:rPr>
              <a:t>&lt;date/time&gt;</a:t>
            </a:r>
            <a:endParaRPr b="0" lang="es-E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89" r:id="rId2"/>
  </p:sldLayoutIdLst>
</p:sldMaster>
</file>

<file path=ppt/slideMasters/slideMaster7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Rectangle 6"/>
          <p:cNvSpPr/>
          <p:nvPr/>
        </p:nvSpPr>
        <p:spPr>
          <a:xfrm>
            <a:off x="0" y="6400800"/>
            <a:ext cx="12188880" cy="4539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595" name="Rectangle 8"/>
          <p:cNvSpPr/>
          <p:nvPr/>
        </p:nvSpPr>
        <p:spPr>
          <a:xfrm>
            <a:off x="0" y="6334200"/>
            <a:ext cx="12188880" cy="62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0880" bIns="2088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cxnSp>
        <p:nvCxnSpPr>
          <p:cNvPr id="596" name="Straight Connector 9"/>
          <p:cNvCxnSpPr/>
          <p:nvPr/>
        </p:nvCxnSpPr>
        <p:spPr>
          <a:xfrm>
            <a:off x="1193400" y="1737720"/>
            <a:ext cx="9970200" cy="3240"/>
          </a:xfrm>
          <a:prstGeom prst="straightConnector1">
            <a:avLst/>
          </a:prstGeom>
          <a:ln w="6350">
            <a:solidFill>
              <a:srgbClr val="808080"/>
            </a:solidFill>
            <a:round/>
          </a:ln>
        </p:spPr>
      </p:cxnSp>
      <p:sp>
        <p:nvSpPr>
          <p:cNvPr id="59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0640" cy="114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98" name="PlaceHolder 2"/>
          <p:cNvSpPr>
            <a:spLocks noGrp="1"/>
          </p:cNvSpPr>
          <p:nvPr>
            <p:ph type="ftr" idx="214"/>
          </p:nvPr>
        </p:nvSpPr>
        <p:spPr>
          <a:xfrm>
            <a:off x="3686040" y="6459840"/>
            <a:ext cx="481968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s-E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1400" strike="noStrike" u="non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  <a:endParaRPr b="0" lang="es-E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599" name="PlaceHolder 3"/>
          <p:cNvSpPr>
            <a:spLocks noGrp="1"/>
          </p:cNvSpPr>
          <p:nvPr>
            <p:ph type="sldNum" idx="215"/>
          </p:nvPr>
        </p:nvSpPr>
        <p:spPr>
          <a:xfrm>
            <a:off x="9900360" y="6459840"/>
            <a:ext cx="13089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050" strike="noStrike" u="none">
                <a:solidFill>
                  <a:srgbClr val="ffffff"/>
                </a:solidFill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1866A103-755F-4350-9475-82D9D1C548D8}" type="slidenum">
              <a:rPr b="0" lang="en-US" sz="1050" strike="noStrike" u="none">
                <a:solidFill>
                  <a:srgbClr val="ffffff"/>
                </a:solidFill>
                <a:uFillTx/>
                <a:latin typeface="Calibri"/>
              </a:rPr>
              <a:t>&lt;number&gt;</a:t>
            </a:fld>
            <a:endParaRPr b="0" lang="es-ES" sz="105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600" name="PlaceHolder 4"/>
          <p:cNvSpPr>
            <a:spLocks noGrp="1"/>
          </p:cNvSpPr>
          <p:nvPr>
            <p:ph type="dt" idx="216"/>
          </p:nvPr>
        </p:nvSpPr>
        <p:spPr>
          <a:xfrm>
            <a:off x="1097280" y="6459840"/>
            <a:ext cx="246888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s-E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s-ES" sz="1400" strike="noStrike" u="none">
                <a:solidFill>
                  <a:srgbClr val="000000"/>
                </a:solidFill>
                <a:uFillTx/>
                <a:latin typeface="Times New Roman"/>
              </a:rPr>
              <a:t>&lt;date/time&gt;</a:t>
            </a:r>
            <a:endParaRPr b="0" lang="es-E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1" r:id="rId2"/>
  </p:sldLayoutIdLst>
</p:sldMaster>
</file>

<file path=ppt/slideMasters/slideMaster7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Rectangle 6"/>
          <p:cNvSpPr/>
          <p:nvPr/>
        </p:nvSpPr>
        <p:spPr>
          <a:xfrm>
            <a:off x="0" y="6400800"/>
            <a:ext cx="12188880" cy="4539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603" name="Rectangle 8"/>
          <p:cNvSpPr/>
          <p:nvPr/>
        </p:nvSpPr>
        <p:spPr>
          <a:xfrm>
            <a:off x="0" y="6334200"/>
            <a:ext cx="12188880" cy="62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0880" bIns="2088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cxnSp>
        <p:nvCxnSpPr>
          <p:cNvPr id="604" name="Straight Connector 9"/>
          <p:cNvCxnSpPr/>
          <p:nvPr/>
        </p:nvCxnSpPr>
        <p:spPr>
          <a:xfrm>
            <a:off x="1193400" y="1737720"/>
            <a:ext cx="9970200" cy="3240"/>
          </a:xfrm>
          <a:prstGeom prst="straightConnector1">
            <a:avLst/>
          </a:prstGeom>
          <a:ln w="6350">
            <a:solidFill>
              <a:srgbClr val="808080"/>
            </a:solidFill>
            <a:round/>
          </a:ln>
        </p:spPr>
      </p:cxnSp>
      <p:sp>
        <p:nvSpPr>
          <p:cNvPr id="60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0640" cy="114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0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0640" cy="397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07" name="PlaceHolder 3"/>
          <p:cNvSpPr>
            <a:spLocks noGrp="1"/>
          </p:cNvSpPr>
          <p:nvPr>
            <p:ph type="ftr" idx="217"/>
          </p:nvPr>
        </p:nvSpPr>
        <p:spPr>
          <a:xfrm>
            <a:off x="3686040" y="6459840"/>
            <a:ext cx="481968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s-E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1400" strike="noStrike" u="non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  <a:endParaRPr b="0" lang="es-E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608" name="PlaceHolder 4"/>
          <p:cNvSpPr>
            <a:spLocks noGrp="1"/>
          </p:cNvSpPr>
          <p:nvPr>
            <p:ph type="sldNum" idx="218"/>
          </p:nvPr>
        </p:nvSpPr>
        <p:spPr>
          <a:xfrm>
            <a:off x="9900360" y="6459840"/>
            <a:ext cx="13089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050" strike="noStrike" u="none">
                <a:solidFill>
                  <a:srgbClr val="ffffff"/>
                </a:solidFill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C99F1ECD-8200-476F-911C-F9939223B4E7}" type="slidenum">
              <a:rPr b="0" lang="en-US" sz="1050" strike="noStrike" u="none">
                <a:solidFill>
                  <a:srgbClr val="ffffff"/>
                </a:solidFill>
                <a:uFillTx/>
                <a:latin typeface="Calibri"/>
              </a:rPr>
              <a:t>&lt;number&gt;</a:t>
            </a:fld>
            <a:endParaRPr b="0" lang="es-ES" sz="105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609" name="PlaceHolder 5"/>
          <p:cNvSpPr>
            <a:spLocks noGrp="1"/>
          </p:cNvSpPr>
          <p:nvPr>
            <p:ph type="dt" idx="219"/>
          </p:nvPr>
        </p:nvSpPr>
        <p:spPr>
          <a:xfrm>
            <a:off x="1097280" y="6459840"/>
            <a:ext cx="246888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s-E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s-ES" sz="1400" strike="noStrike" u="none">
                <a:solidFill>
                  <a:srgbClr val="000000"/>
                </a:solidFill>
                <a:uFillTx/>
                <a:latin typeface="Times New Roman"/>
              </a:rPr>
              <a:t>&lt;date/time&gt;</a:t>
            </a:r>
            <a:endParaRPr b="0" lang="es-E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3" r:id="rId2"/>
  </p:sldLayoutIdLst>
</p:sldMaster>
</file>

<file path=ppt/slideMasters/slideMaster7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Rectangle 6"/>
          <p:cNvSpPr/>
          <p:nvPr/>
        </p:nvSpPr>
        <p:spPr>
          <a:xfrm>
            <a:off x="0" y="6400800"/>
            <a:ext cx="12188880" cy="4539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613" name="Rectangle 8"/>
          <p:cNvSpPr/>
          <p:nvPr/>
        </p:nvSpPr>
        <p:spPr>
          <a:xfrm>
            <a:off x="0" y="6334200"/>
            <a:ext cx="12188880" cy="62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0880" bIns="2088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cxnSp>
        <p:nvCxnSpPr>
          <p:cNvPr id="614" name="Straight Connector 9"/>
          <p:cNvCxnSpPr/>
          <p:nvPr/>
        </p:nvCxnSpPr>
        <p:spPr>
          <a:xfrm>
            <a:off x="1193400" y="1737720"/>
            <a:ext cx="9970200" cy="3240"/>
          </a:xfrm>
          <a:prstGeom prst="straightConnector1">
            <a:avLst/>
          </a:prstGeom>
          <a:ln w="6350">
            <a:solidFill>
              <a:srgbClr val="808080"/>
            </a:solidFill>
            <a:round/>
          </a:ln>
        </p:spPr>
      </p:cxnSp>
      <p:sp>
        <p:nvSpPr>
          <p:cNvPr id="61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0640" cy="114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16" name="PlaceHolder 2"/>
          <p:cNvSpPr>
            <a:spLocks noGrp="1"/>
          </p:cNvSpPr>
          <p:nvPr>
            <p:ph type="ftr" idx="220"/>
          </p:nvPr>
        </p:nvSpPr>
        <p:spPr>
          <a:xfrm>
            <a:off x="3686040" y="6459840"/>
            <a:ext cx="481968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s-E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1400" strike="noStrike" u="non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  <a:endParaRPr b="0" lang="es-E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617" name="PlaceHolder 3"/>
          <p:cNvSpPr>
            <a:spLocks noGrp="1"/>
          </p:cNvSpPr>
          <p:nvPr>
            <p:ph type="sldNum" idx="221"/>
          </p:nvPr>
        </p:nvSpPr>
        <p:spPr>
          <a:xfrm>
            <a:off x="9900360" y="6459840"/>
            <a:ext cx="13089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050" strike="noStrike" u="none">
                <a:solidFill>
                  <a:srgbClr val="ffffff"/>
                </a:solidFill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60CE1C56-FE40-49C1-827C-5441F02394B4}" type="slidenum">
              <a:rPr b="0" lang="en-US" sz="1050" strike="noStrike" u="none">
                <a:solidFill>
                  <a:srgbClr val="ffffff"/>
                </a:solidFill>
                <a:uFillTx/>
                <a:latin typeface="Calibri"/>
              </a:rPr>
              <a:t>&lt;number&gt;</a:t>
            </a:fld>
            <a:endParaRPr b="0" lang="es-ES" sz="105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618" name="PlaceHolder 4"/>
          <p:cNvSpPr>
            <a:spLocks noGrp="1"/>
          </p:cNvSpPr>
          <p:nvPr>
            <p:ph type="dt" idx="222"/>
          </p:nvPr>
        </p:nvSpPr>
        <p:spPr>
          <a:xfrm>
            <a:off x="1097280" y="6459840"/>
            <a:ext cx="246888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s-E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s-ES" sz="1400" strike="noStrike" u="none">
                <a:solidFill>
                  <a:srgbClr val="000000"/>
                </a:solidFill>
                <a:uFillTx/>
                <a:latin typeface="Times New Roman"/>
              </a:rPr>
              <a:t>&lt;date/time&gt;</a:t>
            </a:r>
            <a:endParaRPr b="0" lang="es-E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5" r:id="rId2"/>
  </p:sldLayoutIdLst>
</p:sldMaster>
</file>

<file path=ppt/slideMasters/slideMaster7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Rectangle 6"/>
          <p:cNvSpPr/>
          <p:nvPr/>
        </p:nvSpPr>
        <p:spPr>
          <a:xfrm>
            <a:off x="0" y="6400800"/>
            <a:ext cx="12188880" cy="4539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622" name="Rectangle 8"/>
          <p:cNvSpPr/>
          <p:nvPr/>
        </p:nvSpPr>
        <p:spPr>
          <a:xfrm>
            <a:off x="0" y="6334200"/>
            <a:ext cx="12188880" cy="62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0880" bIns="2088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cxnSp>
        <p:nvCxnSpPr>
          <p:cNvPr id="623" name="Straight Connector 9"/>
          <p:cNvCxnSpPr/>
          <p:nvPr/>
        </p:nvCxnSpPr>
        <p:spPr>
          <a:xfrm>
            <a:off x="1193400" y="1737720"/>
            <a:ext cx="9970200" cy="3240"/>
          </a:xfrm>
          <a:prstGeom prst="straightConnector1">
            <a:avLst/>
          </a:prstGeom>
          <a:ln w="6350">
            <a:solidFill>
              <a:srgbClr val="808080"/>
            </a:solidFill>
            <a:round/>
          </a:ln>
        </p:spPr>
      </p:cxnSp>
      <p:sp>
        <p:nvSpPr>
          <p:cNvPr id="624" name="PlaceHolder 1"/>
          <p:cNvSpPr>
            <a:spLocks noGrp="1"/>
          </p:cNvSpPr>
          <p:nvPr>
            <p:ph type="ftr" idx="223"/>
          </p:nvPr>
        </p:nvSpPr>
        <p:spPr>
          <a:xfrm>
            <a:off x="3686040" y="6459840"/>
            <a:ext cx="481968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s-E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1400" strike="noStrike" u="non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  <a:endParaRPr b="0" lang="es-E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625" name="PlaceHolder 2"/>
          <p:cNvSpPr>
            <a:spLocks noGrp="1"/>
          </p:cNvSpPr>
          <p:nvPr>
            <p:ph type="sldNum" idx="224"/>
          </p:nvPr>
        </p:nvSpPr>
        <p:spPr>
          <a:xfrm>
            <a:off x="9900360" y="6459840"/>
            <a:ext cx="13089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050" strike="noStrike" u="none">
                <a:solidFill>
                  <a:srgbClr val="ffffff"/>
                </a:solidFill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86B78C0A-0B6D-4A7A-BDE1-BF08E73E9C91}" type="slidenum">
              <a:rPr b="0" lang="en-US" sz="1050" strike="noStrike" u="none">
                <a:solidFill>
                  <a:srgbClr val="ffffff"/>
                </a:solidFill>
                <a:uFillTx/>
                <a:latin typeface="Calibri"/>
              </a:rPr>
              <a:t>&lt;number&gt;</a:t>
            </a:fld>
            <a:endParaRPr b="0" lang="es-ES" sz="105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626" name="PlaceHolder 3"/>
          <p:cNvSpPr>
            <a:spLocks noGrp="1"/>
          </p:cNvSpPr>
          <p:nvPr>
            <p:ph type="dt" idx="225"/>
          </p:nvPr>
        </p:nvSpPr>
        <p:spPr>
          <a:xfrm>
            <a:off x="1097280" y="6459840"/>
            <a:ext cx="246888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s-E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s-ES" sz="1400" strike="noStrike" u="none">
                <a:solidFill>
                  <a:srgbClr val="000000"/>
                </a:solidFill>
                <a:uFillTx/>
                <a:latin typeface="Times New Roman"/>
              </a:rPr>
              <a:t>&lt;date/time&gt;</a:t>
            </a:r>
            <a:endParaRPr b="0" lang="es-E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7" r:id="rId2"/>
  </p:sldLayoutIdLst>
</p:sldMaster>
</file>

<file path=ppt/slideMasters/slideMaster7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Rectangle 6"/>
          <p:cNvSpPr/>
          <p:nvPr/>
        </p:nvSpPr>
        <p:spPr>
          <a:xfrm>
            <a:off x="0" y="6400800"/>
            <a:ext cx="12188880" cy="4539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628" name="Rectangle 8"/>
          <p:cNvSpPr/>
          <p:nvPr/>
        </p:nvSpPr>
        <p:spPr>
          <a:xfrm>
            <a:off x="0" y="6334200"/>
            <a:ext cx="12188880" cy="62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0880" bIns="2088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cxnSp>
        <p:nvCxnSpPr>
          <p:cNvPr id="629" name="Straight Connector 9"/>
          <p:cNvCxnSpPr/>
          <p:nvPr/>
        </p:nvCxnSpPr>
        <p:spPr>
          <a:xfrm>
            <a:off x="1193400" y="1737720"/>
            <a:ext cx="9970200" cy="3240"/>
          </a:xfrm>
          <a:prstGeom prst="straightConnector1">
            <a:avLst/>
          </a:prstGeom>
          <a:ln w="6350">
            <a:solidFill>
              <a:srgbClr val="808080"/>
            </a:solidFill>
            <a:round/>
          </a:ln>
        </p:spPr>
      </p:cxnSp>
      <p:sp>
        <p:nvSpPr>
          <p:cNvPr id="63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0640" cy="114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3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0640" cy="397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32" name="PlaceHolder 3"/>
          <p:cNvSpPr>
            <a:spLocks noGrp="1"/>
          </p:cNvSpPr>
          <p:nvPr>
            <p:ph type="ftr" idx="226"/>
          </p:nvPr>
        </p:nvSpPr>
        <p:spPr>
          <a:xfrm>
            <a:off x="3686040" y="6459840"/>
            <a:ext cx="481968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s-E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1400" strike="noStrike" u="non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  <a:endParaRPr b="0" lang="es-E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633" name="PlaceHolder 4"/>
          <p:cNvSpPr>
            <a:spLocks noGrp="1"/>
          </p:cNvSpPr>
          <p:nvPr>
            <p:ph type="sldNum" idx="227"/>
          </p:nvPr>
        </p:nvSpPr>
        <p:spPr>
          <a:xfrm>
            <a:off x="9900360" y="6459840"/>
            <a:ext cx="13089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050" strike="noStrike" u="none">
                <a:solidFill>
                  <a:srgbClr val="ffffff"/>
                </a:solidFill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AE6A4835-5D55-4661-9ADE-31E92F0CBB36}" type="slidenum">
              <a:rPr b="0" lang="en-US" sz="1050" strike="noStrike" u="none">
                <a:solidFill>
                  <a:srgbClr val="ffffff"/>
                </a:solidFill>
                <a:uFillTx/>
                <a:latin typeface="Calibri"/>
              </a:rPr>
              <a:t>&lt;number&gt;</a:t>
            </a:fld>
            <a:endParaRPr b="0" lang="es-ES" sz="105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634" name="PlaceHolder 5"/>
          <p:cNvSpPr>
            <a:spLocks noGrp="1"/>
          </p:cNvSpPr>
          <p:nvPr>
            <p:ph type="dt" idx="228"/>
          </p:nvPr>
        </p:nvSpPr>
        <p:spPr>
          <a:xfrm>
            <a:off x="1097280" y="6459840"/>
            <a:ext cx="246888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s-E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s-ES" sz="1400" strike="noStrike" u="none">
                <a:solidFill>
                  <a:srgbClr val="000000"/>
                </a:solidFill>
                <a:uFillTx/>
                <a:latin typeface="Times New Roman"/>
              </a:rPr>
              <a:t>&lt;date/time&gt;</a:t>
            </a:r>
            <a:endParaRPr b="0" lang="es-E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9" r:id="rId2"/>
  </p:sldLayoutIdLst>
</p:sldMaster>
</file>

<file path=ppt/slideMasters/slideMaster7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Rectangle 6"/>
          <p:cNvSpPr/>
          <p:nvPr/>
        </p:nvSpPr>
        <p:spPr>
          <a:xfrm>
            <a:off x="0" y="6400800"/>
            <a:ext cx="12188880" cy="4539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638" name="Rectangle 8"/>
          <p:cNvSpPr/>
          <p:nvPr/>
        </p:nvSpPr>
        <p:spPr>
          <a:xfrm>
            <a:off x="0" y="6334200"/>
            <a:ext cx="12188880" cy="62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0880" bIns="2088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cxnSp>
        <p:nvCxnSpPr>
          <p:cNvPr id="639" name="Straight Connector 9"/>
          <p:cNvCxnSpPr/>
          <p:nvPr/>
        </p:nvCxnSpPr>
        <p:spPr>
          <a:xfrm>
            <a:off x="1193400" y="1737720"/>
            <a:ext cx="9970200" cy="3240"/>
          </a:xfrm>
          <a:prstGeom prst="straightConnector1">
            <a:avLst/>
          </a:prstGeom>
          <a:ln w="6350">
            <a:solidFill>
              <a:srgbClr val="808080"/>
            </a:solidFill>
            <a:round/>
          </a:ln>
        </p:spPr>
      </p:cxnSp>
      <p:sp>
        <p:nvSpPr>
          <p:cNvPr id="640" name="PlaceHolder 1"/>
          <p:cNvSpPr>
            <a:spLocks noGrp="1"/>
          </p:cNvSpPr>
          <p:nvPr>
            <p:ph type="ftr" idx="229"/>
          </p:nvPr>
        </p:nvSpPr>
        <p:spPr>
          <a:xfrm>
            <a:off x="3686040" y="6459840"/>
            <a:ext cx="481968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s-E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1400" strike="noStrike" u="non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  <a:endParaRPr b="0" lang="es-E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641" name="PlaceHolder 2"/>
          <p:cNvSpPr>
            <a:spLocks noGrp="1"/>
          </p:cNvSpPr>
          <p:nvPr>
            <p:ph type="sldNum" idx="230"/>
          </p:nvPr>
        </p:nvSpPr>
        <p:spPr>
          <a:xfrm>
            <a:off x="9900360" y="6459840"/>
            <a:ext cx="13089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050" strike="noStrike" u="none">
                <a:solidFill>
                  <a:srgbClr val="ffffff"/>
                </a:solidFill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C4A2774F-9059-4CB4-9541-99219DBBCC75}" type="slidenum">
              <a:rPr b="0" lang="en-US" sz="1050" strike="noStrike" u="none">
                <a:solidFill>
                  <a:srgbClr val="ffffff"/>
                </a:solidFill>
                <a:uFillTx/>
                <a:latin typeface="Calibri"/>
              </a:rPr>
              <a:t>&lt;number&gt;</a:t>
            </a:fld>
            <a:endParaRPr b="0" lang="es-ES" sz="105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642" name="PlaceHolder 3"/>
          <p:cNvSpPr>
            <a:spLocks noGrp="1"/>
          </p:cNvSpPr>
          <p:nvPr>
            <p:ph type="dt" idx="231"/>
          </p:nvPr>
        </p:nvSpPr>
        <p:spPr>
          <a:xfrm>
            <a:off x="1097280" y="6459840"/>
            <a:ext cx="246888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s-E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s-ES" sz="1400" strike="noStrike" u="none">
                <a:solidFill>
                  <a:srgbClr val="000000"/>
                </a:solidFill>
                <a:uFillTx/>
                <a:latin typeface="Times New Roman"/>
              </a:rPr>
              <a:t>&lt;date/time&gt;</a:t>
            </a:r>
            <a:endParaRPr b="0" lang="es-E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01" r:id="rId2"/>
  </p:sldLayoutIdLst>
</p:sldMaster>
</file>

<file path=ppt/slideMasters/slideMaster7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Rectangle 6"/>
          <p:cNvSpPr/>
          <p:nvPr/>
        </p:nvSpPr>
        <p:spPr>
          <a:xfrm>
            <a:off x="0" y="6400800"/>
            <a:ext cx="12188880" cy="4539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644" name="Rectangle 8"/>
          <p:cNvSpPr/>
          <p:nvPr/>
        </p:nvSpPr>
        <p:spPr>
          <a:xfrm>
            <a:off x="0" y="6334200"/>
            <a:ext cx="12188880" cy="62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0880" bIns="2088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cxnSp>
        <p:nvCxnSpPr>
          <p:cNvPr id="645" name="Straight Connector 9"/>
          <p:cNvCxnSpPr/>
          <p:nvPr/>
        </p:nvCxnSpPr>
        <p:spPr>
          <a:xfrm>
            <a:off x="1193400" y="1737720"/>
            <a:ext cx="9970200" cy="3240"/>
          </a:xfrm>
          <a:prstGeom prst="straightConnector1">
            <a:avLst/>
          </a:prstGeom>
          <a:ln w="6350">
            <a:solidFill>
              <a:srgbClr val="808080"/>
            </a:solidFill>
            <a:round/>
          </a:ln>
        </p:spPr>
      </p:cxnSp>
      <p:sp>
        <p:nvSpPr>
          <p:cNvPr id="646" name="PlaceHolder 1"/>
          <p:cNvSpPr>
            <a:spLocks noGrp="1"/>
          </p:cNvSpPr>
          <p:nvPr>
            <p:ph type="ftr" idx="232"/>
          </p:nvPr>
        </p:nvSpPr>
        <p:spPr>
          <a:xfrm>
            <a:off x="3686040" y="6459840"/>
            <a:ext cx="481968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s-E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1400" strike="noStrike" u="non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  <a:endParaRPr b="0" lang="es-E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647" name="PlaceHolder 2"/>
          <p:cNvSpPr>
            <a:spLocks noGrp="1"/>
          </p:cNvSpPr>
          <p:nvPr>
            <p:ph type="sldNum" idx="233"/>
          </p:nvPr>
        </p:nvSpPr>
        <p:spPr>
          <a:xfrm>
            <a:off x="9900360" y="6459840"/>
            <a:ext cx="13089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050" strike="noStrike" u="none">
                <a:solidFill>
                  <a:srgbClr val="ffffff"/>
                </a:solidFill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65F2EE5A-9613-42D1-8682-FF265546C0C0}" type="slidenum">
              <a:rPr b="0" lang="en-US" sz="1050" strike="noStrike" u="none">
                <a:solidFill>
                  <a:srgbClr val="ffffff"/>
                </a:solidFill>
                <a:uFillTx/>
                <a:latin typeface="Calibri"/>
              </a:rPr>
              <a:t>&lt;number&gt;</a:t>
            </a:fld>
            <a:endParaRPr b="0" lang="es-ES" sz="105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648" name="PlaceHolder 3"/>
          <p:cNvSpPr>
            <a:spLocks noGrp="1"/>
          </p:cNvSpPr>
          <p:nvPr>
            <p:ph type="dt" idx="234"/>
          </p:nvPr>
        </p:nvSpPr>
        <p:spPr>
          <a:xfrm>
            <a:off x="1097280" y="6459840"/>
            <a:ext cx="246888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s-E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s-ES" sz="1400" strike="noStrike" u="none">
                <a:solidFill>
                  <a:srgbClr val="000000"/>
                </a:solidFill>
                <a:uFillTx/>
                <a:latin typeface="Times New Roman"/>
              </a:rPr>
              <a:t>&lt;date/time&gt;</a:t>
            </a:r>
            <a:endParaRPr b="0" lang="es-E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03" r:id="rId2"/>
  </p:sldLayoutIdLst>
</p:sldMaster>
</file>

<file path=ppt/slideMasters/slideMaster7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Rectangle 6"/>
          <p:cNvSpPr/>
          <p:nvPr/>
        </p:nvSpPr>
        <p:spPr>
          <a:xfrm>
            <a:off x="0" y="6400800"/>
            <a:ext cx="12188880" cy="4539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650" name="Rectangle 8"/>
          <p:cNvSpPr/>
          <p:nvPr/>
        </p:nvSpPr>
        <p:spPr>
          <a:xfrm>
            <a:off x="0" y="6334200"/>
            <a:ext cx="12188880" cy="62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0880" bIns="2088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cxnSp>
        <p:nvCxnSpPr>
          <p:cNvPr id="651" name="Straight Connector 9"/>
          <p:cNvCxnSpPr/>
          <p:nvPr/>
        </p:nvCxnSpPr>
        <p:spPr>
          <a:xfrm>
            <a:off x="1193400" y="1737720"/>
            <a:ext cx="9970200" cy="3240"/>
          </a:xfrm>
          <a:prstGeom prst="straightConnector1">
            <a:avLst/>
          </a:prstGeom>
          <a:ln w="6350">
            <a:solidFill>
              <a:srgbClr val="808080"/>
            </a:solidFill>
            <a:round/>
          </a:ln>
        </p:spPr>
      </p:cxnSp>
      <p:sp>
        <p:nvSpPr>
          <p:cNvPr id="65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0640" cy="114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5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200" cy="397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54" name="PlaceHolder 3"/>
          <p:cNvSpPr>
            <a:spLocks noGrp="1"/>
          </p:cNvSpPr>
          <p:nvPr>
            <p:ph type="body"/>
          </p:nvPr>
        </p:nvSpPr>
        <p:spPr>
          <a:xfrm>
            <a:off x="6231240" y="1604520"/>
            <a:ext cx="5353200" cy="397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55" name="PlaceHolder 4"/>
          <p:cNvSpPr>
            <a:spLocks noGrp="1"/>
          </p:cNvSpPr>
          <p:nvPr>
            <p:ph type="ftr" idx="235"/>
          </p:nvPr>
        </p:nvSpPr>
        <p:spPr>
          <a:xfrm>
            <a:off x="3686040" y="6459840"/>
            <a:ext cx="481968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s-E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1400" strike="noStrike" u="non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  <a:endParaRPr b="0" lang="es-E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656" name="PlaceHolder 5"/>
          <p:cNvSpPr>
            <a:spLocks noGrp="1"/>
          </p:cNvSpPr>
          <p:nvPr>
            <p:ph type="sldNum" idx="236"/>
          </p:nvPr>
        </p:nvSpPr>
        <p:spPr>
          <a:xfrm>
            <a:off x="9900360" y="6459840"/>
            <a:ext cx="13089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050" strike="noStrike" u="none">
                <a:solidFill>
                  <a:srgbClr val="ffffff"/>
                </a:solidFill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88F591CD-5463-4804-ACB0-43E5B3B611FE}" type="slidenum">
              <a:rPr b="0" lang="en-US" sz="1050" strike="noStrike" u="none">
                <a:solidFill>
                  <a:srgbClr val="ffffff"/>
                </a:solidFill>
                <a:uFillTx/>
                <a:latin typeface="Calibri"/>
              </a:rPr>
              <a:t>&lt;number&gt;</a:t>
            </a:fld>
            <a:endParaRPr b="0" lang="es-ES" sz="105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657" name="PlaceHolder 6"/>
          <p:cNvSpPr>
            <a:spLocks noGrp="1"/>
          </p:cNvSpPr>
          <p:nvPr>
            <p:ph type="dt" idx="237"/>
          </p:nvPr>
        </p:nvSpPr>
        <p:spPr>
          <a:xfrm>
            <a:off x="1097280" y="6459840"/>
            <a:ext cx="246888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s-E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s-ES" sz="1400" strike="noStrike" u="none">
                <a:solidFill>
                  <a:srgbClr val="000000"/>
                </a:solidFill>
                <a:uFillTx/>
                <a:latin typeface="Times New Roman"/>
              </a:rPr>
              <a:t>&lt;date/time&gt;</a:t>
            </a:r>
            <a:endParaRPr b="0" lang="es-E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05" r:id="rId2"/>
  </p:sldLayoutIdLst>
</p:sldMaster>
</file>

<file path=ppt/slideMasters/slideMaster8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Rectangle 6"/>
          <p:cNvSpPr/>
          <p:nvPr/>
        </p:nvSpPr>
        <p:spPr>
          <a:xfrm>
            <a:off x="0" y="6400800"/>
            <a:ext cx="12188880" cy="4539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662" name="Rectangle 8"/>
          <p:cNvSpPr/>
          <p:nvPr/>
        </p:nvSpPr>
        <p:spPr>
          <a:xfrm>
            <a:off x="0" y="6334200"/>
            <a:ext cx="12188880" cy="62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0880" bIns="2088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cxnSp>
        <p:nvCxnSpPr>
          <p:cNvPr id="663" name="Straight Connector 9"/>
          <p:cNvCxnSpPr/>
          <p:nvPr/>
        </p:nvCxnSpPr>
        <p:spPr>
          <a:xfrm>
            <a:off x="1193400" y="1737720"/>
            <a:ext cx="9970200" cy="3240"/>
          </a:xfrm>
          <a:prstGeom prst="straightConnector1">
            <a:avLst/>
          </a:prstGeom>
          <a:ln w="6350">
            <a:solidFill>
              <a:srgbClr val="808080"/>
            </a:solidFill>
            <a:round/>
          </a:ln>
        </p:spPr>
      </p:cxnSp>
      <p:sp>
        <p:nvSpPr>
          <p:cNvPr id="66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0640" cy="114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65" name="PlaceHolder 2"/>
          <p:cNvSpPr>
            <a:spLocks noGrp="1"/>
          </p:cNvSpPr>
          <p:nvPr>
            <p:ph type="ftr" idx="238"/>
          </p:nvPr>
        </p:nvSpPr>
        <p:spPr>
          <a:xfrm>
            <a:off x="3686040" y="6459840"/>
            <a:ext cx="481968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s-E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1400" strike="noStrike" u="non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  <a:endParaRPr b="0" lang="es-E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666" name="PlaceHolder 3"/>
          <p:cNvSpPr>
            <a:spLocks noGrp="1"/>
          </p:cNvSpPr>
          <p:nvPr>
            <p:ph type="sldNum" idx="239"/>
          </p:nvPr>
        </p:nvSpPr>
        <p:spPr>
          <a:xfrm>
            <a:off x="9900360" y="6459840"/>
            <a:ext cx="13089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050" strike="noStrike" u="none">
                <a:solidFill>
                  <a:srgbClr val="ffffff"/>
                </a:solidFill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77118812-7CF9-4D2D-A23A-96A22CC0C6A7}" type="slidenum">
              <a:rPr b="0" lang="en-US" sz="1050" strike="noStrike" u="none">
                <a:solidFill>
                  <a:srgbClr val="ffffff"/>
                </a:solidFill>
                <a:uFillTx/>
                <a:latin typeface="Calibri"/>
              </a:rPr>
              <a:t>&lt;number&gt;</a:t>
            </a:fld>
            <a:endParaRPr b="0" lang="es-ES" sz="105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667" name="PlaceHolder 4"/>
          <p:cNvSpPr>
            <a:spLocks noGrp="1"/>
          </p:cNvSpPr>
          <p:nvPr>
            <p:ph type="dt" idx="240"/>
          </p:nvPr>
        </p:nvSpPr>
        <p:spPr>
          <a:xfrm>
            <a:off x="1097280" y="6459840"/>
            <a:ext cx="246888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s-E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s-ES" sz="1400" strike="noStrike" u="none">
                <a:solidFill>
                  <a:srgbClr val="000000"/>
                </a:solidFill>
                <a:uFillTx/>
                <a:latin typeface="Times New Roman"/>
              </a:rPr>
              <a:t>&lt;date/time&gt;</a:t>
            </a:r>
            <a:endParaRPr b="0" lang="es-E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07" r:id="rId2"/>
  </p:sldLayoutIdLst>
</p:sldMaster>
</file>

<file path=ppt/slideMasters/slideMaster8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Rectangle 6"/>
          <p:cNvSpPr/>
          <p:nvPr/>
        </p:nvSpPr>
        <p:spPr>
          <a:xfrm>
            <a:off x="0" y="6400800"/>
            <a:ext cx="12188880" cy="4539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670" name="Rectangle 8"/>
          <p:cNvSpPr/>
          <p:nvPr/>
        </p:nvSpPr>
        <p:spPr>
          <a:xfrm>
            <a:off x="0" y="6334200"/>
            <a:ext cx="12188880" cy="62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0880" bIns="2088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cxnSp>
        <p:nvCxnSpPr>
          <p:cNvPr id="671" name="Straight Connector 9"/>
          <p:cNvCxnSpPr/>
          <p:nvPr/>
        </p:nvCxnSpPr>
        <p:spPr>
          <a:xfrm>
            <a:off x="1193400" y="1737720"/>
            <a:ext cx="9970200" cy="3240"/>
          </a:xfrm>
          <a:prstGeom prst="straightConnector1">
            <a:avLst/>
          </a:prstGeom>
          <a:ln w="6350">
            <a:solidFill>
              <a:srgbClr val="808080"/>
            </a:solidFill>
            <a:round/>
          </a:ln>
        </p:spPr>
      </p:cxnSp>
      <p:sp>
        <p:nvSpPr>
          <p:cNvPr id="67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0640" cy="114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7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0640" cy="397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74" name="PlaceHolder 3"/>
          <p:cNvSpPr>
            <a:spLocks noGrp="1"/>
          </p:cNvSpPr>
          <p:nvPr>
            <p:ph type="ftr" idx="241"/>
          </p:nvPr>
        </p:nvSpPr>
        <p:spPr>
          <a:xfrm>
            <a:off x="3686040" y="6459840"/>
            <a:ext cx="481968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s-E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1400" strike="noStrike" u="non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  <a:endParaRPr b="0" lang="es-E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675" name="PlaceHolder 4"/>
          <p:cNvSpPr>
            <a:spLocks noGrp="1"/>
          </p:cNvSpPr>
          <p:nvPr>
            <p:ph type="sldNum" idx="242"/>
          </p:nvPr>
        </p:nvSpPr>
        <p:spPr>
          <a:xfrm>
            <a:off x="9900360" y="6459840"/>
            <a:ext cx="13089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050" strike="noStrike" u="none">
                <a:solidFill>
                  <a:srgbClr val="ffffff"/>
                </a:solidFill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F8C45EFE-64F5-41DA-8A98-A18672636A5F}" type="slidenum">
              <a:rPr b="0" lang="en-US" sz="1050" strike="noStrike" u="none">
                <a:solidFill>
                  <a:srgbClr val="ffffff"/>
                </a:solidFill>
                <a:uFillTx/>
                <a:latin typeface="Calibri"/>
              </a:rPr>
              <a:t>&lt;number&gt;</a:t>
            </a:fld>
            <a:endParaRPr b="0" lang="es-ES" sz="105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676" name="PlaceHolder 5"/>
          <p:cNvSpPr>
            <a:spLocks noGrp="1"/>
          </p:cNvSpPr>
          <p:nvPr>
            <p:ph type="dt" idx="243"/>
          </p:nvPr>
        </p:nvSpPr>
        <p:spPr>
          <a:xfrm>
            <a:off x="1097280" y="6459840"/>
            <a:ext cx="246888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s-E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s-ES" sz="1400" strike="noStrike" u="none">
                <a:solidFill>
                  <a:srgbClr val="000000"/>
                </a:solidFill>
                <a:uFillTx/>
                <a:latin typeface="Times New Roman"/>
              </a:rPr>
              <a:t>&lt;date/time&gt;</a:t>
            </a:r>
            <a:endParaRPr b="0" lang="es-E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09" r:id="rId2"/>
    <p:sldLayoutId id="2147483810" r:id="rId3"/>
    <p:sldLayoutId id="2147483811" r:id="rId4"/>
    <p:sldLayoutId id="2147483812" r:id="rId5"/>
    <p:sldLayoutId id="2147483813" r:id="rId6"/>
    <p:sldLayoutId id="2147483814" r:id="rId7"/>
    <p:sldLayoutId id="2147483815" r:id="rId8"/>
    <p:sldLayoutId id="2147483816" r:id="rId9"/>
  </p:sldLayoutIdLst>
</p:sldMaster>
</file>

<file path=ppt/slideMasters/slideMaster8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Rectangle 6"/>
          <p:cNvSpPr/>
          <p:nvPr/>
        </p:nvSpPr>
        <p:spPr>
          <a:xfrm>
            <a:off x="0" y="6400800"/>
            <a:ext cx="12188880" cy="4539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688" name="Rectangle 8"/>
          <p:cNvSpPr/>
          <p:nvPr/>
        </p:nvSpPr>
        <p:spPr>
          <a:xfrm>
            <a:off x="0" y="6334200"/>
            <a:ext cx="12188880" cy="62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0880" bIns="2088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cxnSp>
        <p:nvCxnSpPr>
          <p:cNvPr id="689" name="Straight Connector 9"/>
          <p:cNvCxnSpPr/>
          <p:nvPr/>
        </p:nvCxnSpPr>
        <p:spPr>
          <a:xfrm>
            <a:off x="1193400" y="1737720"/>
            <a:ext cx="9970200" cy="3240"/>
          </a:xfrm>
          <a:prstGeom prst="straightConnector1">
            <a:avLst/>
          </a:prstGeom>
          <a:ln w="6350">
            <a:solidFill>
              <a:srgbClr val="808080"/>
            </a:solidFill>
            <a:round/>
          </a:ln>
        </p:spPr>
      </p:cxnSp>
      <p:sp>
        <p:nvSpPr>
          <p:cNvPr id="69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0640" cy="114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91" name="PlaceHolder 2"/>
          <p:cNvSpPr>
            <a:spLocks noGrp="1"/>
          </p:cNvSpPr>
          <p:nvPr>
            <p:ph type="ftr" idx="244"/>
          </p:nvPr>
        </p:nvSpPr>
        <p:spPr>
          <a:xfrm>
            <a:off x="3686040" y="6459840"/>
            <a:ext cx="481968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s-E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1400" strike="noStrike" u="non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  <a:endParaRPr b="0" lang="es-E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692" name="PlaceHolder 3"/>
          <p:cNvSpPr>
            <a:spLocks noGrp="1"/>
          </p:cNvSpPr>
          <p:nvPr>
            <p:ph type="sldNum" idx="245"/>
          </p:nvPr>
        </p:nvSpPr>
        <p:spPr>
          <a:xfrm>
            <a:off x="9900360" y="6459840"/>
            <a:ext cx="13089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050" strike="noStrike" u="none">
                <a:solidFill>
                  <a:srgbClr val="ffffff"/>
                </a:solidFill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1DA988A5-F767-42CF-ACFC-7ECD8EA64061}" type="slidenum">
              <a:rPr b="0" lang="en-US" sz="1050" strike="noStrike" u="none">
                <a:solidFill>
                  <a:srgbClr val="ffffff"/>
                </a:solidFill>
                <a:uFillTx/>
                <a:latin typeface="Calibri"/>
              </a:rPr>
              <a:t>&lt;number&gt;</a:t>
            </a:fld>
            <a:endParaRPr b="0" lang="es-ES" sz="105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693" name="PlaceHolder 4"/>
          <p:cNvSpPr>
            <a:spLocks noGrp="1"/>
          </p:cNvSpPr>
          <p:nvPr>
            <p:ph type="dt" idx="246"/>
          </p:nvPr>
        </p:nvSpPr>
        <p:spPr>
          <a:xfrm>
            <a:off x="1097280" y="6459840"/>
            <a:ext cx="246888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s-E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s-ES" sz="1400" strike="noStrike" u="none">
                <a:solidFill>
                  <a:srgbClr val="000000"/>
                </a:solidFill>
                <a:uFillTx/>
                <a:latin typeface="Times New Roman"/>
              </a:rPr>
              <a:t>&lt;date/time&gt;</a:t>
            </a:r>
            <a:endParaRPr b="0" lang="es-E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18" r:id="rId2"/>
  </p:sldLayoutIdLst>
</p:sldMaster>
</file>

<file path=ppt/slideMasters/slideMaster8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Rectangle 6"/>
          <p:cNvSpPr/>
          <p:nvPr/>
        </p:nvSpPr>
        <p:spPr>
          <a:xfrm>
            <a:off x="0" y="6400800"/>
            <a:ext cx="12188880" cy="4539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697" name="Rectangle 8"/>
          <p:cNvSpPr/>
          <p:nvPr/>
        </p:nvSpPr>
        <p:spPr>
          <a:xfrm>
            <a:off x="0" y="6334200"/>
            <a:ext cx="12188880" cy="62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0880" bIns="2088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cxnSp>
        <p:nvCxnSpPr>
          <p:cNvPr id="698" name="Straight Connector 9"/>
          <p:cNvCxnSpPr/>
          <p:nvPr/>
        </p:nvCxnSpPr>
        <p:spPr>
          <a:xfrm>
            <a:off x="1193400" y="1737720"/>
            <a:ext cx="9970200" cy="3240"/>
          </a:xfrm>
          <a:prstGeom prst="straightConnector1">
            <a:avLst/>
          </a:prstGeom>
          <a:ln w="6350">
            <a:solidFill>
              <a:srgbClr val="808080"/>
            </a:solidFill>
            <a:round/>
          </a:ln>
        </p:spPr>
      </p:cxnSp>
      <p:sp>
        <p:nvSpPr>
          <p:cNvPr id="699" name="PlaceHolder 1"/>
          <p:cNvSpPr>
            <a:spLocks noGrp="1"/>
          </p:cNvSpPr>
          <p:nvPr>
            <p:ph type="ftr" idx="247"/>
          </p:nvPr>
        </p:nvSpPr>
        <p:spPr>
          <a:xfrm>
            <a:off x="3686040" y="6459840"/>
            <a:ext cx="481968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s-E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1400" strike="noStrike" u="non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  <a:endParaRPr b="0" lang="es-E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700" name="PlaceHolder 2"/>
          <p:cNvSpPr>
            <a:spLocks noGrp="1"/>
          </p:cNvSpPr>
          <p:nvPr>
            <p:ph type="sldNum" idx="248"/>
          </p:nvPr>
        </p:nvSpPr>
        <p:spPr>
          <a:xfrm>
            <a:off x="9900360" y="6459840"/>
            <a:ext cx="13089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050" strike="noStrike" u="none">
                <a:solidFill>
                  <a:srgbClr val="ffffff"/>
                </a:solidFill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E78D768B-70B4-4426-B3CE-D8F95FC88F62}" type="slidenum">
              <a:rPr b="0" lang="en-US" sz="1050" strike="noStrike" u="none">
                <a:solidFill>
                  <a:srgbClr val="ffffff"/>
                </a:solidFill>
                <a:uFillTx/>
                <a:latin typeface="Calibri"/>
              </a:rPr>
              <a:t>&lt;number&gt;</a:t>
            </a:fld>
            <a:endParaRPr b="0" lang="es-ES" sz="105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701" name="PlaceHolder 3"/>
          <p:cNvSpPr>
            <a:spLocks noGrp="1"/>
          </p:cNvSpPr>
          <p:nvPr>
            <p:ph type="dt" idx="249"/>
          </p:nvPr>
        </p:nvSpPr>
        <p:spPr>
          <a:xfrm>
            <a:off x="1097280" y="6459840"/>
            <a:ext cx="246888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s-E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s-ES" sz="1400" strike="noStrike" u="none">
                <a:solidFill>
                  <a:srgbClr val="000000"/>
                </a:solidFill>
                <a:uFillTx/>
                <a:latin typeface="Times New Roman"/>
              </a:rPr>
              <a:t>&lt;date/time&gt;</a:t>
            </a:r>
            <a:endParaRPr b="0" lang="es-E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20" r:id="rId2"/>
  </p:sldLayoutIdLst>
</p:sldMaster>
</file>

<file path=ppt/slideMasters/slideMaster8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Rectangle 6"/>
          <p:cNvSpPr/>
          <p:nvPr/>
        </p:nvSpPr>
        <p:spPr>
          <a:xfrm>
            <a:off x="0" y="6400800"/>
            <a:ext cx="12188880" cy="4539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703" name="Rectangle 8"/>
          <p:cNvSpPr/>
          <p:nvPr/>
        </p:nvSpPr>
        <p:spPr>
          <a:xfrm>
            <a:off x="0" y="6334200"/>
            <a:ext cx="12188880" cy="62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0880" bIns="2088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cxnSp>
        <p:nvCxnSpPr>
          <p:cNvPr id="704" name="Straight Connector 9"/>
          <p:cNvCxnSpPr/>
          <p:nvPr/>
        </p:nvCxnSpPr>
        <p:spPr>
          <a:xfrm>
            <a:off x="1193400" y="1737720"/>
            <a:ext cx="9970200" cy="3240"/>
          </a:xfrm>
          <a:prstGeom prst="straightConnector1">
            <a:avLst/>
          </a:prstGeom>
          <a:ln w="6350">
            <a:solidFill>
              <a:srgbClr val="808080"/>
            </a:solidFill>
            <a:round/>
          </a:ln>
        </p:spPr>
      </p:cxnSp>
      <p:sp>
        <p:nvSpPr>
          <p:cNvPr id="70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0640" cy="114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0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0640" cy="397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07" name="PlaceHolder 3"/>
          <p:cNvSpPr>
            <a:spLocks noGrp="1"/>
          </p:cNvSpPr>
          <p:nvPr>
            <p:ph type="ftr" idx="250"/>
          </p:nvPr>
        </p:nvSpPr>
        <p:spPr>
          <a:xfrm>
            <a:off x="3686040" y="6459840"/>
            <a:ext cx="481968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s-E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1400" strike="noStrike" u="non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  <a:endParaRPr b="0" lang="es-E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708" name="PlaceHolder 4"/>
          <p:cNvSpPr>
            <a:spLocks noGrp="1"/>
          </p:cNvSpPr>
          <p:nvPr>
            <p:ph type="sldNum" idx="251"/>
          </p:nvPr>
        </p:nvSpPr>
        <p:spPr>
          <a:xfrm>
            <a:off x="9900360" y="6459840"/>
            <a:ext cx="13089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050" strike="noStrike" u="none">
                <a:solidFill>
                  <a:srgbClr val="ffffff"/>
                </a:solidFill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03D2A153-82CD-4165-A42B-0478FE72591A}" type="slidenum">
              <a:rPr b="0" lang="en-US" sz="1050" strike="noStrike" u="none">
                <a:solidFill>
                  <a:srgbClr val="ffffff"/>
                </a:solidFill>
                <a:uFillTx/>
                <a:latin typeface="Calibri"/>
              </a:rPr>
              <a:t>&lt;number&gt;</a:t>
            </a:fld>
            <a:endParaRPr b="0" lang="es-ES" sz="105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709" name="PlaceHolder 5"/>
          <p:cNvSpPr>
            <a:spLocks noGrp="1"/>
          </p:cNvSpPr>
          <p:nvPr>
            <p:ph type="dt" idx="252"/>
          </p:nvPr>
        </p:nvSpPr>
        <p:spPr>
          <a:xfrm>
            <a:off x="1097280" y="6459840"/>
            <a:ext cx="246888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s-E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s-ES" sz="1400" strike="noStrike" u="none">
                <a:solidFill>
                  <a:srgbClr val="000000"/>
                </a:solidFill>
                <a:uFillTx/>
                <a:latin typeface="Times New Roman"/>
              </a:rPr>
              <a:t>&lt;date/time&gt;</a:t>
            </a:r>
            <a:endParaRPr b="0" lang="es-E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22" r:id="rId2"/>
  </p:sldLayoutIdLst>
</p:sldMaster>
</file>

<file path=ppt/slideMasters/slideMaster8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Rectangle 6"/>
          <p:cNvSpPr/>
          <p:nvPr/>
        </p:nvSpPr>
        <p:spPr>
          <a:xfrm>
            <a:off x="0" y="6400800"/>
            <a:ext cx="12188880" cy="4539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713" name="Rectangle 8"/>
          <p:cNvSpPr/>
          <p:nvPr/>
        </p:nvSpPr>
        <p:spPr>
          <a:xfrm>
            <a:off x="0" y="6334200"/>
            <a:ext cx="12188880" cy="62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0880" bIns="2088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cxnSp>
        <p:nvCxnSpPr>
          <p:cNvPr id="714" name="Straight Connector 9"/>
          <p:cNvCxnSpPr/>
          <p:nvPr/>
        </p:nvCxnSpPr>
        <p:spPr>
          <a:xfrm>
            <a:off x="1193400" y="1737720"/>
            <a:ext cx="9970200" cy="3240"/>
          </a:xfrm>
          <a:prstGeom prst="straightConnector1">
            <a:avLst/>
          </a:prstGeom>
          <a:ln w="6350">
            <a:solidFill>
              <a:srgbClr val="808080"/>
            </a:solidFill>
            <a:round/>
          </a:ln>
        </p:spPr>
      </p:cxnSp>
      <p:sp>
        <p:nvSpPr>
          <p:cNvPr id="715" name="PlaceHolder 1"/>
          <p:cNvSpPr>
            <a:spLocks noGrp="1"/>
          </p:cNvSpPr>
          <p:nvPr>
            <p:ph type="ftr" idx="253"/>
          </p:nvPr>
        </p:nvSpPr>
        <p:spPr>
          <a:xfrm>
            <a:off x="3686040" y="6459840"/>
            <a:ext cx="481968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s-E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1400" strike="noStrike" u="non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  <a:endParaRPr b="0" lang="es-E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716" name="PlaceHolder 2"/>
          <p:cNvSpPr>
            <a:spLocks noGrp="1"/>
          </p:cNvSpPr>
          <p:nvPr>
            <p:ph type="sldNum" idx="254"/>
          </p:nvPr>
        </p:nvSpPr>
        <p:spPr>
          <a:xfrm>
            <a:off x="9900360" y="6459840"/>
            <a:ext cx="13089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050" strike="noStrike" u="none">
                <a:solidFill>
                  <a:srgbClr val="ffffff"/>
                </a:solidFill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09D29A3C-0EB2-4696-9B0D-C8CF54BF4A97}" type="slidenum">
              <a:rPr b="0" lang="en-US" sz="1050" strike="noStrike" u="none">
                <a:solidFill>
                  <a:srgbClr val="ffffff"/>
                </a:solidFill>
                <a:uFillTx/>
                <a:latin typeface="Calibri"/>
              </a:rPr>
              <a:t>&lt;number&gt;</a:t>
            </a:fld>
            <a:endParaRPr b="0" lang="es-ES" sz="105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717" name="PlaceHolder 3"/>
          <p:cNvSpPr>
            <a:spLocks noGrp="1"/>
          </p:cNvSpPr>
          <p:nvPr>
            <p:ph type="dt" idx="255"/>
          </p:nvPr>
        </p:nvSpPr>
        <p:spPr>
          <a:xfrm>
            <a:off x="1097280" y="6459840"/>
            <a:ext cx="246888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s-E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s-ES" sz="1400" strike="noStrike" u="none">
                <a:solidFill>
                  <a:srgbClr val="000000"/>
                </a:solidFill>
                <a:uFillTx/>
                <a:latin typeface="Times New Roman"/>
              </a:rPr>
              <a:t>&lt;date/time&gt;</a:t>
            </a:r>
            <a:endParaRPr b="0" lang="es-E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24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7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7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PlaceHolder 1"/>
          <p:cNvSpPr>
            <a:spLocks noGrp="1"/>
          </p:cNvSpPr>
          <p:nvPr>
            <p:ph type="title"/>
          </p:nvPr>
        </p:nvSpPr>
        <p:spPr>
          <a:xfrm>
            <a:off x="1097280" y="758880"/>
            <a:ext cx="10055160" cy="3562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914400">
              <a:lnSpc>
                <a:spcPct val="85000"/>
              </a:lnSpc>
              <a:buNone/>
              <a:tabLst>
                <a:tab algn="l" pos="0"/>
              </a:tabLst>
            </a:pPr>
            <a:r>
              <a:rPr b="1" lang="es-ES" sz="6000" spc="-51" strike="noStrike" u="none">
                <a:solidFill>
                  <a:schemeClr val="accent1"/>
                </a:solidFill>
                <a:uFillTx/>
                <a:latin typeface="Calibri Light"/>
              </a:rPr>
              <a:t>Lenguajes de marcas y Sistemas de gestión de la información</a:t>
            </a:r>
            <a:endParaRPr b="0" lang="es-ES" sz="6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19" name="PlaceHolder 2"/>
          <p:cNvSpPr>
            <a:spLocks noGrp="1"/>
          </p:cNvSpPr>
          <p:nvPr>
            <p:ph type="subTitle"/>
          </p:nvPr>
        </p:nvSpPr>
        <p:spPr>
          <a:xfrm>
            <a:off x="1100160" y="4455720"/>
            <a:ext cx="10055160" cy="113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r>
              <a:rPr b="1" lang="es-ES" sz="2400" spc="201" strike="noStrike" u="none" cap="all">
                <a:solidFill>
                  <a:schemeClr val="dk2"/>
                </a:solidFill>
                <a:uFillTx/>
                <a:latin typeface="Calibri Light"/>
              </a:rPr>
              <a:t>CSS: DISPLAY vs visibility</a:t>
            </a:r>
            <a:endParaRPr b="0" lang="es-ES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5160" cy="144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85000"/>
              </a:lnSpc>
              <a:buNone/>
              <a:tabLst>
                <a:tab algn="l" pos="0"/>
              </a:tabLst>
            </a:pPr>
            <a:r>
              <a:rPr b="1" lang="es-ES" sz="4800" spc="-51" strike="noStrike" u="none">
                <a:solidFill>
                  <a:schemeClr val="accent1"/>
                </a:solidFill>
                <a:uFillTx/>
                <a:latin typeface="Calibri Light"/>
                <a:ea typeface="PingFang SC"/>
              </a:rPr>
              <a:t>DISPLAY</a:t>
            </a:r>
            <a:endParaRPr b="0" lang="es-ES" sz="4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21" name="PlaceHolder 2"/>
          <p:cNvSpPr>
            <a:spLocks noGrp="1"/>
          </p:cNvSpPr>
          <p:nvPr>
            <p:ph type="sldNum" idx="256"/>
          </p:nvPr>
        </p:nvSpPr>
        <p:spPr>
          <a:xfrm>
            <a:off x="9900360" y="6459840"/>
            <a:ext cx="13089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800" strike="noStrike" u="none">
                <a:solidFill>
                  <a:srgbClr val="ffffff"/>
                </a:solidFill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3A6A4AF8-1EBC-4E0E-A6DB-239044FAF91B}" type="slidenum">
              <a:rPr b="0" lang="en-US" sz="1800" strike="noStrike" u="none">
                <a:solidFill>
                  <a:srgbClr val="ffffff"/>
                </a:solidFill>
                <a:uFillTx/>
                <a:latin typeface="Calibri"/>
              </a:rPr>
              <a:t>&lt;number&gt;</a:t>
            </a:fld>
            <a:endParaRPr b="0" lang="es-ES" sz="18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722" name="PlaceHolder 3"/>
          <p:cNvSpPr/>
          <p:nvPr/>
        </p:nvSpPr>
        <p:spPr>
          <a:xfrm>
            <a:off x="1097640" y="1845720"/>
            <a:ext cx="10056240" cy="437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5000" bIns="45000" anchor="t">
            <a:normAutofit/>
          </a:bodyPr>
          <a:p>
            <a:pPr marL="91440" indent="-91440" defTabSz="914400">
              <a:lnSpc>
                <a:spcPct val="90000"/>
              </a:lnSpc>
              <a:spcBef>
                <a:spcPts val="1400"/>
              </a:spcBef>
              <a:buClr>
                <a:srgbClr val="e48312"/>
              </a:buClr>
              <a:buFont typeface="Calibri"/>
              <a:buChar char=" "/>
            </a:pPr>
            <a:r>
              <a:rPr b="0" lang="es-ES" sz="2200" strike="noStrike" u="none">
                <a:solidFill>
                  <a:schemeClr val="dk1"/>
                </a:solidFill>
                <a:uFillTx/>
                <a:latin typeface="Corbel"/>
              </a:rPr>
              <a:t>Todos los elementos HTML tienen un formato de visualización por defecto, por ejemplo &lt;p&gt; se visualiza por defecto como bloque, mientras que &lt;a&gt; se visualiza por defecto en línea.</a:t>
            </a:r>
            <a:endParaRPr b="0" lang="es-ES" sz="2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400"/>
              </a:spcBef>
              <a:buClr>
                <a:srgbClr val="e48312"/>
              </a:buClr>
              <a:buFont typeface="Calibri"/>
              <a:buChar char=" "/>
            </a:pPr>
            <a:r>
              <a:rPr b="0" lang="es-ES" sz="2200" strike="noStrike" u="none">
                <a:solidFill>
                  <a:schemeClr val="dk1"/>
                </a:solidFill>
                <a:uFillTx/>
                <a:latin typeface="Corbel"/>
              </a:rPr>
              <a:t>La propiedad CSS </a:t>
            </a:r>
            <a:r>
              <a:rPr b="1" lang="es-ES" sz="2200" strike="noStrike" u="none">
                <a:solidFill>
                  <a:schemeClr val="dk1"/>
                </a:solidFill>
                <a:uFillTx/>
                <a:latin typeface="Corbel"/>
              </a:rPr>
              <a:t>display</a:t>
            </a:r>
            <a:r>
              <a:rPr b="0" lang="es-ES" sz="2200" strike="noStrike" u="none">
                <a:solidFill>
                  <a:schemeClr val="dk1"/>
                </a:solidFill>
                <a:uFillTx/>
                <a:latin typeface="Corbel"/>
              </a:rPr>
              <a:t> permite cambiar este comportamiento.</a:t>
            </a:r>
            <a:endParaRPr b="0" lang="es-ES" sz="2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400"/>
              </a:spcBef>
              <a:buClr>
                <a:srgbClr val="e48312"/>
              </a:buClr>
              <a:buFont typeface="Symbol" charset="2"/>
              <a:buChar char=""/>
            </a:pPr>
            <a:r>
              <a:rPr b="0" lang="es-ES" sz="2200" strike="noStrike" u="none">
                <a:solidFill>
                  <a:schemeClr val="dk1"/>
                </a:solidFill>
                <a:uFillTx/>
                <a:latin typeface="Corbel"/>
              </a:rPr>
              <a:t> </a:t>
            </a:r>
            <a:r>
              <a:rPr b="1" lang="es-ES" sz="2200" strike="noStrike" u="none">
                <a:solidFill>
                  <a:schemeClr val="dk1"/>
                </a:solidFill>
                <a:uFillTx/>
                <a:latin typeface="Corbel"/>
              </a:rPr>
              <a:t>block</a:t>
            </a:r>
            <a:r>
              <a:rPr b="0" lang="es-ES" sz="2200" strike="noStrike" u="none">
                <a:solidFill>
                  <a:schemeClr val="dk1"/>
                </a:solidFill>
                <a:uFillTx/>
                <a:latin typeface="Corbel"/>
              </a:rPr>
              <a:t>: convierte un elemento inline en un bloque.</a:t>
            </a:r>
            <a:endParaRPr b="0" lang="es-ES" sz="2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400"/>
              </a:spcBef>
              <a:buClr>
                <a:srgbClr val="e48312"/>
              </a:buClr>
              <a:buFont typeface="Symbol" charset="2"/>
              <a:buChar char=""/>
            </a:pPr>
            <a:r>
              <a:rPr b="0" lang="es-ES" sz="2200" strike="noStrike" u="none">
                <a:solidFill>
                  <a:schemeClr val="dk1"/>
                </a:solidFill>
                <a:uFillTx/>
                <a:latin typeface="Corbel"/>
              </a:rPr>
              <a:t> </a:t>
            </a:r>
            <a:r>
              <a:rPr b="1" lang="es-ES" sz="2200" strike="noStrike" u="none">
                <a:solidFill>
                  <a:schemeClr val="dk1"/>
                </a:solidFill>
                <a:uFillTx/>
                <a:latin typeface="Corbel"/>
              </a:rPr>
              <a:t>inline</a:t>
            </a:r>
            <a:r>
              <a:rPr b="0" lang="es-ES" sz="2200" strike="noStrike" u="none">
                <a:solidFill>
                  <a:schemeClr val="dk1"/>
                </a:solidFill>
                <a:uFillTx/>
                <a:latin typeface="Corbel"/>
              </a:rPr>
              <a:t>: convierte un elemento bloque en inline.</a:t>
            </a:r>
            <a:endParaRPr b="0" lang="es-ES" sz="2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400"/>
              </a:spcBef>
              <a:buClr>
                <a:srgbClr val="e48312"/>
              </a:buClr>
              <a:buFont typeface="Symbol" charset="2"/>
              <a:buChar char=""/>
            </a:pPr>
            <a:r>
              <a:rPr b="0" lang="es-ES" sz="2200" strike="noStrike" u="none">
                <a:solidFill>
                  <a:schemeClr val="dk1"/>
                </a:solidFill>
                <a:uFillTx/>
                <a:latin typeface="Corbel"/>
              </a:rPr>
              <a:t> </a:t>
            </a:r>
            <a:r>
              <a:rPr b="1" lang="es-ES" sz="2200" strike="noStrike" u="none">
                <a:solidFill>
                  <a:schemeClr val="dk1"/>
                </a:solidFill>
                <a:uFillTx/>
                <a:latin typeface="Corbel"/>
              </a:rPr>
              <a:t>inline-block</a:t>
            </a:r>
            <a:r>
              <a:rPr b="0" lang="es-ES" sz="2200" strike="noStrike" u="none">
                <a:solidFill>
                  <a:schemeClr val="dk1"/>
                </a:solidFill>
                <a:uFillTx/>
                <a:latin typeface="Corbel"/>
              </a:rPr>
              <a:t>: hace que un elemento genere un bloque que se integrará con el contenido circundante, es decir en la misma línea que el contenido adyacente.</a:t>
            </a:r>
            <a:endParaRPr b="0" lang="es-ES" sz="2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400"/>
              </a:spcBef>
              <a:buClr>
                <a:srgbClr val="e48312"/>
              </a:buClr>
              <a:buFont typeface="Symbol" charset="2"/>
              <a:buChar char=""/>
            </a:pPr>
            <a:r>
              <a:rPr b="0" lang="es-ES" sz="2200" strike="noStrike" u="none">
                <a:solidFill>
                  <a:schemeClr val="dk1"/>
                </a:solidFill>
                <a:uFillTx/>
                <a:latin typeface="Corbel"/>
              </a:rPr>
              <a:t> </a:t>
            </a:r>
            <a:r>
              <a:rPr b="1" lang="es-ES" sz="2200" strike="noStrike" u="none">
                <a:solidFill>
                  <a:schemeClr val="dk1"/>
                </a:solidFill>
                <a:uFillTx/>
                <a:latin typeface="Corbel"/>
              </a:rPr>
              <a:t>none</a:t>
            </a:r>
            <a:r>
              <a:rPr b="0" lang="es-ES" sz="2200" strike="noStrike" u="none">
                <a:solidFill>
                  <a:schemeClr val="dk1"/>
                </a:solidFill>
                <a:uFillTx/>
                <a:latin typeface="Corbel"/>
              </a:rPr>
              <a:t>: elimina el bloque, por tanto el elemento no se carga en la página.</a:t>
            </a:r>
            <a:endParaRPr b="0" lang="es-ES" sz="2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5160" cy="144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85000"/>
              </a:lnSpc>
              <a:buNone/>
              <a:tabLst>
                <a:tab algn="l" pos="0"/>
              </a:tabLst>
            </a:pPr>
            <a:r>
              <a:rPr b="1" lang="es-ES" sz="4800" spc="-51" strike="noStrike" u="none">
                <a:solidFill>
                  <a:schemeClr val="accent1"/>
                </a:solidFill>
                <a:uFillTx/>
                <a:latin typeface="Calibri Light"/>
              </a:rPr>
              <a:t>DISPLAY = block</a:t>
            </a:r>
            <a:endParaRPr b="0" lang="es-ES" sz="4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24" name="PlaceHolder 2"/>
          <p:cNvSpPr>
            <a:spLocks noGrp="1"/>
          </p:cNvSpPr>
          <p:nvPr>
            <p:ph type="sldNum" idx="257"/>
          </p:nvPr>
        </p:nvSpPr>
        <p:spPr>
          <a:xfrm>
            <a:off x="9900360" y="6459840"/>
            <a:ext cx="13089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800" strike="noStrike" u="none">
                <a:solidFill>
                  <a:srgbClr val="ffffff"/>
                </a:solidFill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3D24854F-F387-4DDF-9118-F74AF98D1CA5}" type="slidenum">
              <a:rPr b="0" lang="en-US" sz="1800" strike="noStrike" u="none">
                <a:solidFill>
                  <a:srgbClr val="ffffff"/>
                </a:solidFill>
                <a:uFillTx/>
                <a:latin typeface="Calibri"/>
              </a:rPr>
              <a:t>&lt;number&gt;</a:t>
            </a:fld>
            <a:endParaRPr b="0" lang="es-ES" sz="18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pic>
        <p:nvPicPr>
          <p:cNvPr id="725" name="" descr=""/>
          <p:cNvPicPr/>
          <p:nvPr/>
        </p:nvPicPr>
        <p:blipFill>
          <a:blip r:embed="rId1"/>
          <a:stretch/>
        </p:blipFill>
        <p:spPr>
          <a:xfrm>
            <a:off x="1612080" y="1892880"/>
            <a:ext cx="9187920" cy="42271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5160" cy="144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85000"/>
              </a:lnSpc>
              <a:buNone/>
              <a:tabLst>
                <a:tab algn="l" pos="0"/>
              </a:tabLst>
            </a:pPr>
            <a:r>
              <a:rPr b="1" lang="es-ES" sz="4800" spc="-51" strike="noStrike" u="none">
                <a:solidFill>
                  <a:schemeClr val="accent1"/>
                </a:solidFill>
                <a:uFillTx/>
                <a:latin typeface="Calibri Light"/>
              </a:rPr>
              <a:t>DISPLAY = inline</a:t>
            </a:r>
            <a:endParaRPr b="0" lang="es-ES" sz="4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27" name="PlaceHolder 2"/>
          <p:cNvSpPr>
            <a:spLocks noGrp="1"/>
          </p:cNvSpPr>
          <p:nvPr>
            <p:ph type="sldNum" idx="258"/>
          </p:nvPr>
        </p:nvSpPr>
        <p:spPr>
          <a:xfrm>
            <a:off x="9900360" y="6459840"/>
            <a:ext cx="13089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800" strike="noStrike" u="none">
                <a:solidFill>
                  <a:srgbClr val="ffffff"/>
                </a:solidFill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8CBF3E2F-14EB-43EE-B742-A35E375B680F}" type="slidenum">
              <a:rPr b="0" lang="en-US" sz="1800" strike="noStrike" u="none">
                <a:solidFill>
                  <a:srgbClr val="ffffff"/>
                </a:solidFill>
                <a:uFillTx/>
                <a:latin typeface="Calibri"/>
              </a:rPr>
              <a:t>&lt;number&gt;</a:t>
            </a:fld>
            <a:endParaRPr b="0" lang="es-ES" sz="18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pic>
        <p:nvPicPr>
          <p:cNvPr id="728" name="" descr=""/>
          <p:cNvPicPr/>
          <p:nvPr/>
        </p:nvPicPr>
        <p:blipFill>
          <a:blip r:embed="rId1"/>
          <a:stretch/>
        </p:blipFill>
        <p:spPr>
          <a:xfrm>
            <a:off x="1440000" y="1980000"/>
            <a:ext cx="9168120" cy="42544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5160" cy="144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85000"/>
              </a:lnSpc>
              <a:buNone/>
              <a:tabLst>
                <a:tab algn="l" pos="0"/>
              </a:tabLst>
            </a:pPr>
            <a:r>
              <a:rPr b="1" lang="es-ES" sz="4800" spc="-51" strike="noStrike" u="none">
                <a:solidFill>
                  <a:schemeClr val="accent1"/>
                </a:solidFill>
                <a:uFillTx/>
                <a:latin typeface="Calibri Light"/>
              </a:rPr>
              <a:t>DISPLAY = inline-block</a:t>
            </a:r>
            <a:endParaRPr b="0" lang="es-ES" sz="4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30" name="PlaceHolder 2"/>
          <p:cNvSpPr>
            <a:spLocks noGrp="1"/>
          </p:cNvSpPr>
          <p:nvPr>
            <p:ph type="sldNum" idx="259"/>
          </p:nvPr>
        </p:nvSpPr>
        <p:spPr>
          <a:xfrm>
            <a:off x="9900360" y="6459840"/>
            <a:ext cx="13089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800" strike="noStrike" u="none">
                <a:solidFill>
                  <a:srgbClr val="ffffff"/>
                </a:solidFill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37E7F6FA-E508-441C-B160-1FE673771764}" type="slidenum">
              <a:rPr b="0" lang="en-US" sz="1800" strike="noStrike" u="none">
                <a:solidFill>
                  <a:srgbClr val="ffffff"/>
                </a:solidFill>
                <a:uFillTx/>
                <a:latin typeface="Calibri"/>
              </a:rPr>
              <a:t>&lt;number&gt;</a:t>
            </a:fld>
            <a:endParaRPr b="0" lang="es-ES" sz="18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pic>
        <p:nvPicPr>
          <p:cNvPr id="731" name="" descr=""/>
          <p:cNvPicPr/>
          <p:nvPr/>
        </p:nvPicPr>
        <p:blipFill>
          <a:blip r:embed="rId1"/>
          <a:stretch/>
        </p:blipFill>
        <p:spPr>
          <a:xfrm>
            <a:off x="1080000" y="1978920"/>
            <a:ext cx="10382760" cy="3960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5160" cy="144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85000"/>
              </a:lnSpc>
              <a:buNone/>
              <a:tabLst>
                <a:tab algn="l" pos="0"/>
              </a:tabLst>
            </a:pPr>
            <a:r>
              <a:rPr b="1" lang="es-ES" sz="4800" spc="-51" strike="noStrike" u="none">
                <a:solidFill>
                  <a:schemeClr val="accent1"/>
                </a:solidFill>
                <a:uFillTx/>
                <a:latin typeface="Calibri Light"/>
                <a:ea typeface="PingFang SC"/>
              </a:rPr>
              <a:t>VISIBILITY</a:t>
            </a:r>
            <a:endParaRPr b="0" lang="es-ES" sz="4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33" name="PlaceHolder 2"/>
          <p:cNvSpPr>
            <a:spLocks noGrp="1"/>
          </p:cNvSpPr>
          <p:nvPr>
            <p:ph type="sldNum" idx="260"/>
          </p:nvPr>
        </p:nvSpPr>
        <p:spPr>
          <a:xfrm>
            <a:off x="9900360" y="6459840"/>
            <a:ext cx="13089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800" strike="noStrike" u="none">
                <a:solidFill>
                  <a:srgbClr val="ffffff"/>
                </a:solidFill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17EBC9C3-9AA2-4E19-B16F-8747066A0ECB}" type="slidenum">
              <a:rPr b="0" lang="en-US" sz="1800" strike="noStrike" u="none">
                <a:solidFill>
                  <a:srgbClr val="ffffff"/>
                </a:solidFill>
                <a:uFillTx/>
                <a:latin typeface="Calibri"/>
              </a:rPr>
              <a:t>&lt;number&gt;</a:t>
            </a:fld>
            <a:endParaRPr b="0" lang="es-ES" sz="18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734" name="PlaceHolder 8"/>
          <p:cNvSpPr/>
          <p:nvPr/>
        </p:nvSpPr>
        <p:spPr>
          <a:xfrm>
            <a:off x="1097640" y="1845720"/>
            <a:ext cx="10056240" cy="437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5000" bIns="45000" anchor="t">
            <a:normAutofit/>
          </a:bodyPr>
          <a:p>
            <a:pPr marL="91440" indent="-91440" defTabSz="914400">
              <a:lnSpc>
                <a:spcPct val="90000"/>
              </a:lnSpc>
              <a:spcBef>
                <a:spcPts val="1400"/>
              </a:spcBef>
              <a:buClr>
                <a:srgbClr val="e48312"/>
              </a:buClr>
              <a:buFont typeface="Calibri"/>
              <a:buChar char=" "/>
            </a:pPr>
            <a:r>
              <a:rPr b="0" lang="es-ES" sz="2200" strike="noStrike" u="none">
                <a:solidFill>
                  <a:schemeClr val="dk1"/>
                </a:solidFill>
                <a:uFillTx/>
                <a:latin typeface="Corbel"/>
              </a:rPr>
              <a:t>Se utiliza para controlar si un elemento es visible en la página o no.</a:t>
            </a:r>
            <a:endParaRPr b="0" lang="es-ES" sz="2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400"/>
              </a:spcBef>
              <a:buClr>
                <a:srgbClr val="e48312"/>
              </a:buClr>
              <a:buFont typeface="Symbol" charset="2"/>
              <a:buChar char=""/>
            </a:pPr>
            <a:r>
              <a:rPr b="0" lang="es-ES" sz="2200" strike="noStrike" u="none">
                <a:solidFill>
                  <a:schemeClr val="dk1"/>
                </a:solidFill>
                <a:uFillTx/>
                <a:latin typeface="Corbel"/>
              </a:rPr>
              <a:t> </a:t>
            </a:r>
            <a:r>
              <a:rPr b="1" lang="es-ES" sz="2200" strike="noStrike" u="none">
                <a:solidFill>
                  <a:schemeClr val="dk1"/>
                </a:solidFill>
                <a:uFillTx/>
                <a:latin typeface="Corbel"/>
              </a:rPr>
              <a:t>visible</a:t>
            </a:r>
            <a:r>
              <a:rPr b="0" lang="es-ES" sz="2200" strike="noStrike" u="none">
                <a:solidFill>
                  <a:schemeClr val="dk1"/>
                </a:solidFill>
                <a:uFillTx/>
                <a:latin typeface="Corbel"/>
              </a:rPr>
              <a:t>: por defecto para todos los elementos. Se visualiza en la página.</a:t>
            </a:r>
            <a:endParaRPr b="0" lang="es-ES" sz="2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400"/>
              </a:spcBef>
              <a:buClr>
                <a:srgbClr val="e48312"/>
              </a:buClr>
              <a:buFont typeface="Symbol" charset="2"/>
              <a:buChar char=""/>
            </a:pPr>
            <a:r>
              <a:rPr b="0" lang="es-ES" sz="2200" strike="noStrike" u="none">
                <a:solidFill>
                  <a:schemeClr val="dk1"/>
                </a:solidFill>
                <a:uFillTx/>
                <a:latin typeface="Corbel"/>
              </a:rPr>
              <a:t> </a:t>
            </a:r>
            <a:r>
              <a:rPr b="1" lang="es-ES" sz="2200" strike="noStrike" u="none">
                <a:solidFill>
                  <a:schemeClr val="dk1"/>
                </a:solidFill>
                <a:uFillTx/>
                <a:latin typeface="Corbel"/>
              </a:rPr>
              <a:t>hidden</a:t>
            </a:r>
            <a:r>
              <a:rPr b="0" lang="es-ES" sz="2200" strike="noStrike" u="none">
                <a:solidFill>
                  <a:schemeClr val="dk1"/>
                </a:solidFill>
                <a:uFillTx/>
                <a:latin typeface="Corbel"/>
              </a:rPr>
              <a:t>: el elemento NO se visualiza en la página.</a:t>
            </a:r>
            <a:endParaRPr b="0" lang="es-ES" sz="2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400"/>
              </a:spcBef>
              <a:buClr>
                <a:srgbClr val="e48312"/>
              </a:buClr>
              <a:buFont typeface="Symbol" charset="2"/>
              <a:buChar char=""/>
            </a:pPr>
            <a:r>
              <a:rPr b="0" lang="es-ES" sz="2200" strike="noStrike" u="none">
                <a:solidFill>
                  <a:schemeClr val="dk1"/>
                </a:solidFill>
                <a:uFillTx/>
                <a:latin typeface="Corbel"/>
              </a:rPr>
              <a:t> </a:t>
            </a:r>
            <a:r>
              <a:rPr b="1" lang="es-ES" sz="2200" strike="noStrike" u="none">
                <a:solidFill>
                  <a:schemeClr val="dk1"/>
                </a:solidFill>
                <a:uFillTx/>
                <a:latin typeface="Corbel"/>
              </a:rPr>
              <a:t>collapse</a:t>
            </a:r>
            <a:r>
              <a:rPr b="0" lang="es-ES" sz="2200" strike="noStrike" u="none">
                <a:solidFill>
                  <a:schemeClr val="dk1"/>
                </a:solidFill>
                <a:uFillTx/>
                <a:latin typeface="Corbel"/>
              </a:rPr>
              <a:t>: una fila o una columna completa NO se visualiza en la página.</a:t>
            </a:r>
            <a:endParaRPr b="0" lang="es-ES" sz="2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400"/>
              </a:spcBef>
              <a:buClr>
                <a:srgbClr val="e48312"/>
              </a:buClr>
              <a:buFont typeface="Symbol" charset="2"/>
              <a:buChar char=""/>
            </a:pPr>
            <a:r>
              <a:rPr b="0" lang="es-ES" sz="2200" strike="noStrike" u="none">
                <a:solidFill>
                  <a:schemeClr val="dk1"/>
                </a:solidFill>
                <a:uFillTx/>
                <a:latin typeface="Corbel"/>
              </a:rPr>
              <a:t> </a:t>
            </a:r>
            <a:r>
              <a:rPr b="1" lang="es-ES" sz="2200" strike="noStrike" u="none">
                <a:solidFill>
                  <a:schemeClr val="dk1"/>
                </a:solidFill>
                <a:uFillTx/>
                <a:latin typeface="Corbel"/>
              </a:rPr>
              <a:t>inherit</a:t>
            </a:r>
            <a:r>
              <a:rPr b="0" lang="es-ES" sz="2200" strike="noStrike" u="none">
                <a:solidFill>
                  <a:schemeClr val="dk1"/>
                </a:solidFill>
                <a:uFillTx/>
                <a:latin typeface="Corbel"/>
              </a:rPr>
              <a:t>: se visualizará o no dependiendo de la configuración del padre.</a:t>
            </a:r>
            <a:endParaRPr b="0" lang="es-ES" sz="2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1400"/>
              </a:spcBef>
            </a:pPr>
            <a:r>
              <a:rPr b="0" lang="es-ES" sz="2200" strike="noStrike" u="none">
                <a:solidFill>
                  <a:schemeClr val="dk1"/>
                </a:solidFill>
                <a:uFillTx/>
                <a:latin typeface="Corbel"/>
              </a:rPr>
              <a:t>Con el valor </a:t>
            </a:r>
            <a:r>
              <a:rPr b="1" lang="es-ES" sz="2200" strike="noStrike" u="none">
                <a:solidFill>
                  <a:schemeClr val="dk1"/>
                </a:solidFill>
                <a:uFillTx/>
                <a:latin typeface="Corbel"/>
              </a:rPr>
              <a:t>hidden</a:t>
            </a:r>
            <a:r>
              <a:rPr b="0" lang="es-ES" sz="2200" strike="noStrike" u="none">
                <a:solidFill>
                  <a:schemeClr val="dk1"/>
                </a:solidFill>
                <a:uFillTx/>
                <a:latin typeface="Corbel"/>
              </a:rPr>
              <a:t>, el elemento si está presente en la página pero no se visualiza, mientras que </a:t>
            </a:r>
            <a:r>
              <a:rPr b="1" lang="es-ES" sz="2200" strike="noStrike" u="none">
                <a:solidFill>
                  <a:schemeClr val="dk1"/>
                </a:solidFill>
                <a:uFillTx/>
                <a:latin typeface="Corbel"/>
              </a:rPr>
              <a:t>display: none</a:t>
            </a:r>
            <a:r>
              <a:rPr b="0" lang="es-ES" sz="2200" strike="noStrike" u="none">
                <a:solidFill>
                  <a:schemeClr val="dk1"/>
                </a:solidFill>
                <a:uFillTx/>
                <a:latin typeface="Corbel"/>
              </a:rPr>
              <a:t> hace que el elemento ni siquiera se cargue en la página.</a:t>
            </a:r>
            <a:endParaRPr b="0" lang="es-ES" sz="2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Retrospección">
  <a:themeElements>
    <a:clrScheme name="Retrospect">
      <a:dk1>
        <a:srgbClr val="000000"/>
      </a:dk1>
      <a:lt1>
        <a:srgbClr val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shade val="92000"/>
              </a:schemeClr>
            </a:gs>
            <a:gs pos="45000">
              <a:schemeClr val="phClr">
                <a:tint val="60000"/>
                <a:shade val="99000"/>
              </a:schemeClr>
            </a:gs>
            <a:gs pos="100000">
              <a:schemeClr val="phClr">
                <a:tint val="55000"/>
              </a:schemeClr>
            </a:gs>
          </a:gsLst>
          <a:path path="circle">
            <a:fillToRect l="100000" t="100000" r="100000" b="100000"/>
          </a:path>
          <a:tileRect l="0" t="0" r="0" b="0"/>
        </a:gradFill>
        <a:gradFill>
          <a:gsLst>
            <a:gs pos="0">
              <a:schemeClr val="phClr">
                <a:shade val="85000"/>
              </a:schemeClr>
            </a:gs>
            <a:gs pos="34000">
              <a:schemeClr val="phClr">
                <a:shade val="87000"/>
              </a:schemeClr>
            </a:gs>
            <a:gs pos="70000">
              <a:schemeClr val="phClr">
                <a:tint val="100000"/>
                <a:shade val="90000"/>
              </a:schemeClr>
            </a:gs>
            <a:gs pos="100000">
              <a:schemeClr val="phClr">
                <a:tint val="100000"/>
                <a:shade val="100000"/>
              </a:schemeClr>
            </a:gs>
          </a:gsLst>
          <a:path path="circle">
            <a:fillToRect l="100000" t="100000" r="100000" b="100000"/>
          </a:path>
          <a:tileRect l="0" t="0" r="0" b="0"/>
        </a:gradFill>
      </a:fillStyleLst>
      <a:lnStyleLst>
        <a:ln w="12700" cap="flat" cmpd="sng" algn="ctr">
          <a:prstDash val="solid"/>
        </a:ln>
        <a:ln w="15875" cap="flat" cmpd="sng" algn="ctr">
          <a:prstDash val="solid"/>
        </a:ln>
        <a:ln w="254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</a:schemeClr>
        </a:solidFill>
        <a:gradFill>
          <a:gsLst>
            <a:gs pos="0">
              <a:schemeClr val="phClr">
                <a:tint val="96000"/>
                <a:shade val="99000"/>
              </a:schemeClr>
            </a:gs>
            <a:gs pos="65000">
              <a:schemeClr val="phClr">
                <a:tint val="100000"/>
                <a:shade val="80000"/>
              </a:schemeClr>
            </a:gs>
            <a:gs pos="100000">
              <a:schemeClr val="phClr">
                <a:tint val="100000"/>
                <a:shade val="48000"/>
              </a:schemeClr>
            </a:gs>
          </a:gsLst>
          <a:lin ang="162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Retrospección">
  <a:themeElements>
    <a:clrScheme name="Retrospect">
      <a:dk1>
        <a:srgbClr val="000000"/>
      </a:dk1>
      <a:lt1>
        <a:srgbClr val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shade val="92000"/>
              </a:schemeClr>
            </a:gs>
            <a:gs pos="45000">
              <a:schemeClr val="phClr">
                <a:tint val="60000"/>
                <a:shade val="99000"/>
              </a:schemeClr>
            </a:gs>
            <a:gs pos="100000">
              <a:schemeClr val="phClr">
                <a:tint val="55000"/>
              </a:schemeClr>
            </a:gs>
          </a:gsLst>
          <a:path path="circle">
            <a:fillToRect l="100000" t="100000" r="100000" b="100000"/>
          </a:path>
          <a:tileRect l="0" t="0" r="0" b="0"/>
        </a:gradFill>
        <a:gradFill>
          <a:gsLst>
            <a:gs pos="0">
              <a:schemeClr val="phClr">
                <a:shade val="85000"/>
              </a:schemeClr>
            </a:gs>
            <a:gs pos="34000">
              <a:schemeClr val="phClr">
                <a:shade val="87000"/>
              </a:schemeClr>
            </a:gs>
            <a:gs pos="70000">
              <a:schemeClr val="phClr">
                <a:tint val="100000"/>
                <a:shade val="90000"/>
              </a:schemeClr>
            </a:gs>
            <a:gs pos="100000">
              <a:schemeClr val="phClr">
                <a:tint val="100000"/>
                <a:shade val="100000"/>
              </a:schemeClr>
            </a:gs>
          </a:gsLst>
          <a:path path="circle">
            <a:fillToRect l="100000" t="100000" r="100000" b="100000"/>
          </a:path>
          <a:tileRect l="0" t="0" r="0" b="0"/>
        </a:gradFill>
      </a:fillStyleLst>
      <a:lnStyleLst>
        <a:ln w="12700" cap="flat" cmpd="sng" algn="ctr">
          <a:prstDash val="solid"/>
        </a:ln>
        <a:ln w="15875" cap="flat" cmpd="sng" algn="ctr">
          <a:prstDash val="solid"/>
        </a:ln>
        <a:ln w="254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</a:schemeClr>
        </a:solidFill>
        <a:gradFill>
          <a:gsLst>
            <a:gs pos="0">
              <a:schemeClr val="phClr">
                <a:tint val="96000"/>
                <a:shade val="99000"/>
              </a:schemeClr>
            </a:gs>
            <a:gs pos="65000">
              <a:schemeClr val="phClr">
                <a:tint val="100000"/>
                <a:shade val="80000"/>
              </a:schemeClr>
            </a:gs>
            <a:gs pos="100000">
              <a:schemeClr val="phClr">
                <a:tint val="100000"/>
                <a:shade val="48000"/>
              </a:schemeClr>
            </a:gs>
          </a:gsLst>
          <a:lin ang="162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Retrospección">
  <a:themeElements>
    <a:clrScheme name="Retrospect">
      <a:dk1>
        <a:srgbClr val="000000"/>
      </a:dk1>
      <a:lt1>
        <a:srgbClr val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shade val="92000"/>
              </a:schemeClr>
            </a:gs>
            <a:gs pos="45000">
              <a:schemeClr val="phClr">
                <a:tint val="60000"/>
                <a:shade val="99000"/>
              </a:schemeClr>
            </a:gs>
            <a:gs pos="100000">
              <a:schemeClr val="phClr">
                <a:tint val="55000"/>
              </a:schemeClr>
            </a:gs>
          </a:gsLst>
          <a:path path="circle">
            <a:fillToRect l="100000" t="100000" r="100000" b="100000"/>
          </a:path>
          <a:tileRect l="0" t="0" r="0" b="0"/>
        </a:gradFill>
        <a:gradFill>
          <a:gsLst>
            <a:gs pos="0">
              <a:schemeClr val="phClr">
                <a:shade val="85000"/>
              </a:schemeClr>
            </a:gs>
            <a:gs pos="34000">
              <a:schemeClr val="phClr">
                <a:shade val="87000"/>
              </a:schemeClr>
            </a:gs>
            <a:gs pos="70000">
              <a:schemeClr val="phClr">
                <a:tint val="100000"/>
                <a:shade val="90000"/>
              </a:schemeClr>
            </a:gs>
            <a:gs pos="100000">
              <a:schemeClr val="phClr">
                <a:tint val="100000"/>
                <a:shade val="100000"/>
              </a:schemeClr>
            </a:gs>
          </a:gsLst>
          <a:path path="circle">
            <a:fillToRect l="100000" t="100000" r="100000" b="100000"/>
          </a:path>
          <a:tileRect l="0" t="0" r="0" b="0"/>
        </a:gradFill>
      </a:fillStyleLst>
      <a:lnStyleLst>
        <a:ln w="12700" cap="flat" cmpd="sng" algn="ctr">
          <a:prstDash val="solid"/>
        </a:ln>
        <a:ln w="15875" cap="flat" cmpd="sng" algn="ctr">
          <a:prstDash val="solid"/>
        </a:ln>
        <a:ln w="254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</a:schemeClr>
        </a:solidFill>
        <a:gradFill>
          <a:gsLst>
            <a:gs pos="0">
              <a:schemeClr val="phClr">
                <a:tint val="96000"/>
                <a:shade val="99000"/>
              </a:schemeClr>
            </a:gs>
            <a:gs pos="65000">
              <a:schemeClr val="phClr">
                <a:tint val="100000"/>
                <a:shade val="80000"/>
              </a:schemeClr>
            </a:gs>
            <a:gs pos="100000">
              <a:schemeClr val="phClr">
                <a:tint val="100000"/>
                <a:shade val="48000"/>
              </a:schemeClr>
            </a:gs>
          </a:gsLst>
          <a:lin ang="16200000" scaled="0"/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Retrospección">
  <a:themeElements>
    <a:clrScheme name="Retrospect">
      <a:dk1>
        <a:srgbClr val="000000"/>
      </a:dk1>
      <a:lt1>
        <a:srgbClr val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shade val="92000"/>
              </a:schemeClr>
            </a:gs>
            <a:gs pos="45000">
              <a:schemeClr val="phClr">
                <a:tint val="60000"/>
                <a:shade val="99000"/>
              </a:schemeClr>
            </a:gs>
            <a:gs pos="100000">
              <a:schemeClr val="phClr">
                <a:tint val="55000"/>
              </a:schemeClr>
            </a:gs>
          </a:gsLst>
          <a:path path="circle">
            <a:fillToRect l="100000" t="100000" r="100000" b="100000"/>
          </a:path>
          <a:tileRect l="0" t="0" r="0" b="0"/>
        </a:gradFill>
        <a:gradFill>
          <a:gsLst>
            <a:gs pos="0">
              <a:schemeClr val="phClr">
                <a:shade val="85000"/>
              </a:schemeClr>
            </a:gs>
            <a:gs pos="34000">
              <a:schemeClr val="phClr">
                <a:shade val="87000"/>
              </a:schemeClr>
            </a:gs>
            <a:gs pos="70000">
              <a:schemeClr val="phClr">
                <a:tint val="100000"/>
                <a:shade val="90000"/>
              </a:schemeClr>
            </a:gs>
            <a:gs pos="100000">
              <a:schemeClr val="phClr">
                <a:tint val="100000"/>
                <a:shade val="100000"/>
              </a:schemeClr>
            </a:gs>
          </a:gsLst>
          <a:path path="circle">
            <a:fillToRect l="100000" t="100000" r="100000" b="100000"/>
          </a:path>
          <a:tileRect l="0" t="0" r="0" b="0"/>
        </a:gradFill>
      </a:fillStyleLst>
      <a:lnStyleLst>
        <a:ln w="12700" cap="flat" cmpd="sng" algn="ctr">
          <a:prstDash val="solid"/>
        </a:ln>
        <a:ln w="15875" cap="flat" cmpd="sng" algn="ctr">
          <a:prstDash val="solid"/>
        </a:ln>
        <a:ln w="254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</a:schemeClr>
        </a:solidFill>
        <a:gradFill>
          <a:gsLst>
            <a:gs pos="0">
              <a:schemeClr val="phClr">
                <a:tint val="96000"/>
                <a:shade val="99000"/>
              </a:schemeClr>
            </a:gs>
            <a:gs pos="65000">
              <a:schemeClr val="phClr">
                <a:tint val="100000"/>
                <a:shade val="80000"/>
              </a:schemeClr>
            </a:gs>
            <a:gs pos="100000">
              <a:schemeClr val="phClr">
                <a:tint val="100000"/>
                <a:shade val="48000"/>
              </a:schemeClr>
            </a:gs>
          </a:gsLst>
          <a:lin ang="16200000" scaled="0"/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Retrospección">
  <a:themeElements>
    <a:clrScheme name="Retrospect">
      <a:dk1>
        <a:srgbClr val="000000"/>
      </a:dk1>
      <a:lt1>
        <a:srgbClr val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shade val="92000"/>
              </a:schemeClr>
            </a:gs>
            <a:gs pos="45000">
              <a:schemeClr val="phClr">
                <a:tint val="60000"/>
                <a:shade val="99000"/>
              </a:schemeClr>
            </a:gs>
            <a:gs pos="100000">
              <a:schemeClr val="phClr">
                <a:tint val="55000"/>
              </a:schemeClr>
            </a:gs>
          </a:gsLst>
          <a:path path="circle">
            <a:fillToRect l="100000" t="100000" r="100000" b="100000"/>
          </a:path>
          <a:tileRect l="0" t="0" r="0" b="0"/>
        </a:gradFill>
        <a:gradFill>
          <a:gsLst>
            <a:gs pos="0">
              <a:schemeClr val="phClr">
                <a:shade val="85000"/>
              </a:schemeClr>
            </a:gs>
            <a:gs pos="34000">
              <a:schemeClr val="phClr">
                <a:shade val="87000"/>
              </a:schemeClr>
            </a:gs>
            <a:gs pos="70000">
              <a:schemeClr val="phClr">
                <a:tint val="100000"/>
                <a:shade val="90000"/>
              </a:schemeClr>
            </a:gs>
            <a:gs pos="100000">
              <a:schemeClr val="phClr">
                <a:tint val="100000"/>
                <a:shade val="100000"/>
              </a:schemeClr>
            </a:gs>
          </a:gsLst>
          <a:path path="circle">
            <a:fillToRect l="100000" t="100000" r="100000" b="100000"/>
          </a:path>
          <a:tileRect l="0" t="0" r="0" b="0"/>
        </a:gradFill>
      </a:fillStyleLst>
      <a:lnStyleLst>
        <a:ln w="12700" cap="flat" cmpd="sng" algn="ctr">
          <a:prstDash val="solid"/>
        </a:ln>
        <a:ln w="15875" cap="flat" cmpd="sng" algn="ctr">
          <a:prstDash val="solid"/>
        </a:ln>
        <a:ln w="254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</a:schemeClr>
        </a:solidFill>
        <a:gradFill>
          <a:gsLst>
            <a:gs pos="0">
              <a:schemeClr val="phClr">
                <a:tint val="96000"/>
                <a:shade val="99000"/>
              </a:schemeClr>
            </a:gs>
            <a:gs pos="65000">
              <a:schemeClr val="phClr">
                <a:tint val="100000"/>
                <a:shade val="80000"/>
              </a:schemeClr>
            </a:gs>
            <a:gs pos="100000">
              <a:schemeClr val="phClr">
                <a:tint val="100000"/>
                <a:shade val="48000"/>
              </a:schemeClr>
            </a:gs>
          </a:gsLst>
          <a:lin ang="16200000" scaled="0"/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Retrospección">
  <a:themeElements>
    <a:clrScheme name="Retrospect">
      <a:dk1>
        <a:srgbClr val="000000"/>
      </a:dk1>
      <a:lt1>
        <a:srgbClr val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shade val="92000"/>
              </a:schemeClr>
            </a:gs>
            <a:gs pos="45000">
              <a:schemeClr val="phClr">
                <a:tint val="60000"/>
                <a:shade val="99000"/>
              </a:schemeClr>
            </a:gs>
            <a:gs pos="100000">
              <a:schemeClr val="phClr">
                <a:tint val="55000"/>
              </a:schemeClr>
            </a:gs>
          </a:gsLst>
          <a:path path="circle">
            <a:fillToRect l="100000" t="100000" r="100000" b="100000"/>
          </a:path>
          <a:tileRect l="0" t="0" r="0" b="0"/>
        </a:gradFill>
        <a:gradFill>
          <a:gsLst>
            <a:gs pos="0">
              <a:schemeClr val="phClr">
                <a:shade val="85000"/>
              </a:schemeClr>
            </a:gs>
            <a:gs pos="34000">
              <a:schemeClr val="phClr">
                <a:shade val="87000"/>
              </a:schemeClr>
            </a:gs>
            <a:gs pos="70000">
              <a:schemeClr val="phClr">
                <a:tint val="100000"/>
                <a:shade val="90000"/>
              </a:schemeClr>
            </a:gs>
            <a:gs pos="100000">
              <a:schemeClr val="phClr">
                <a:tint val="100000"/>
                <a:shade val="100000"/>
              </a:schemeClr>
            </a:gs>
          </a:gsLst>
          <a:path path="circle">
            <a:fillToRect l="100000" t="100000" r="100000" b="100000"/>
          </a:path>
          <a:tileRect l="0" t="0" r="0" b="0"/>
        </a:gradFill>
      </a:fillStyleLst>
      <a:lnStyleLst>
        <a:ln w="12700" cap="flat" cmpd="sng" algn="ctr">
          <a:prstDash val="solid"/>
        </a:ln>
        <a:ln w="15875" cap="flat" cmpd="sng" algn="ctr">
          <a:prstDash val="solid"/>
        </a:ln>
        <a:ln w="254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</a:schemeClr>
        </a:solidFill>
        <a:gradFill>
          <a:gsLst>
            <a:gs pos="0">
              <a:schemeClr val="phClr">
                <a:tint val="96000"/>
                <a:shade val="99000"/>
              </a:schemeClr>
            </a:gs>
            <a:gs pos="65000">
              <a:schemeClr val="phClr">
                <a:tint val="100000"/>
                <a:shade val="80000"/>
              </a:schemeClr>
            </a:gs>
            <a:gs pos="100000">
              <a:schemeClr val="phClr">
                <a:tint val="100000"/>
                <a:shade val="48000"/>
              </a:schemeClr>
            </a:gs>
          </a:gsLst>
          <a:lin ang="16200000" scaled="0"/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Retrospección">
  <a:themeElements>
    <a:clrScheme name="Retrospect">
      <a:dk1>
        <a:srgbClr val="000000"/>
      </a:dk1>
      <a:lt1>
        <a:srgbClr val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shade val="92000"/>
              </a:schemeClr>
            </a:gs>
            <a:gs pos="45000">
              <a:schemeClr val="phClr">
                <a:tint val="60000"/>
                <a:shade val="99000"/>
              </a:schemeClr>
            </a:gs>
            <a:gs pos="100000">
              <a:schemeClr val="phClr">
                <a:tint val="55000"/>
              </a:schemeClr>
            </a:gs>
          </a:gsLst>
          <a:path path="circle">
            <a:fillToRect l="100000" t="100000" r="100000" b="100000"/>
          </a:path>
          <a:tileRect l="0" t="0" r="0" b="0"/>
        </a:gradFill>
        <a:gradFill>
          <a:gsLst>
            <a:gs pos="0">
              <a:schemeClr val="phClr">
                <a:shade val="85000"/>
              </a:schemeClr>
            </a:gs>
            <a:gs pos="34000">
              <a:schemeClr val="phClr">
                <a:shade val="87000"/>
              </a:schemeClr>
            </a:gs>
            <a:gs pos="70000">
              <a:schemeClr val="phClr">
                <a:tint val="100000"/>
                <a:shade val="90000"/>
              </a:schemeClr>
            </a:gs>
            <a:gs pos="100000">
              <a:schemeClr val="phClr">
                <a:tint val="100000"/>
                <a:shade val="100000"/>
              </a:schemeClr>
            </a:gs>
          </a:gsLst>
          <a:path path="circle">
            <a:fillToRect l="100000" t="100000" r="100000" b="100000"/>
          </a:path>
          <a:tileRect l="0" t="0" r="0" b="0"/>
        </a:gradFill>
      </a:fillStyleLst>
      <a:lnStyleLst>
        <a:ln w="12700" cap="flat" cmpd="sng" algn="ctr">
          <a:prstDash val="solid"/>
        </a:ln>
        <a:ln w="15875" cap="flat" cmpd="sng" algn="ctr">
          <a:prstDash val="solid"/>
        </a:ln>
        <a:ln w="254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</a:schemeClr>
        </a:solidFill>
        <a:gradFill>
          <a:gsLst>
            <a:gs pos="0">
              <a:schemeClr val="phClr">
                <a:tint val="96000"/>
                <a:shade val="99000"/>
              </a:schemeClr>
            </a:gs>
            <a:gs pos="65000">
              <a:schemeClr val="phClr">
                <a:tint val="100000"/>
                <a:shade val="80000"/>
              </a:schemeClr>
            </a:gs>
            <a:gs pos="100000">
              <a:schemeClr val="phClr">
                <a:tint val="100000"/>
                <a:shade val="48000"/>
              </a:schemeClr>
            </a:gs>
          </a:gsLst>
          <a:lin ang="16200000" scaled="0"/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Retrospección">
  <a:themeElements>
    <a:clrScheme name="Retrospect">
      <a:dk1>
        <a:srgbClr val="000000"/>
      </a:dk1>
      <a:lt1>
        <a:srgbClr val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shade val="92000"/>
              </a:schemeClr>
            </a:gs>
            <a:gs pos="45000">
              <a:schemeClr val="phClr">
                <a:tint val="60000"/>
                <a:shade val="99000"/>
              </a:schemeClr>
            </a:gs>
            <a:gs pos="100000">
              <a:schemeClr val="phClr">
                <a:tint val="55000"/>
              </a:schemeClr>
            </a:gs>
          </a:gsLst>
          <a:path path="circle">
            <a:fillToRect l="100000" t="100000" r="100000" b="100000"/>
          </a:path>
          <a:tileRect l="0" t="0" r="0" b="0"/>
        </a:gradFill>
        <a:gradFill>
          <a:gsLst>
            <a:gs pos="0">
              <a:schemeClr val="phClr">
                <a:shade val="85000"/>
              </a:schemeClr>
            </a:gs>
            <a:gs pos="34000">
              <a:schemeClr val="phClr">
                <a:shade val="87000"/>
              </a:schemeClr>
            </a:gs>
            <a:gs pos="70000">
              <a:schemeClr val="phClr">
                <a:tint val="100000"/>
                <a:shade val="90000"/>
              </a:schemeClr>
            </a:gs>
            <a:gs pos="100000">
              <a:schemeClr val="phClr">
                <a:tint val="100000"/>
                <a:shade val="100000"/>
              </a:schemeClr>
            </a:gs>
          </a:gsLst>
          <a:path path="circle">
            <a:fillToRect l="100000" t="100000" r="100000" b="100000"/>
          </a:path>
          <a:tileRect l="0" t="0" r="0" b="0"/>
        </a:gradFill>
      </a:fillStyleLst>
      <a:lnStyleLst>
        <a:ln w="12700" cap="flat" cmpd="sng" algn="ctr">
          <a:prstDash val="solid"/>
        </a:ln>
        <a:ln w="15875" cap="flat" cmpd="sng" algn="ctr">
          <a:prstDash val="solid"/>
        </a:ln>
        <a:ln w="254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</a:schemeClr>
        </a:solidFill>
        <a:gradFill>
          <a:gsLst>
            <a:gs pos="0">
              <a:schemeClr val="phClr">
                <a:tint val="96000"/>
                <a:shade val="99000"/>
              </a:schemeClr>
            </a:gs>
            <a:gs pos="65000">
              <a:schemeClr val="phClr">
                <a:tint val="100000"/>
                <a:shade val="80000"/>
              </a:schemeClr>
            </a:gs>
            <a:gs pos="100000">
              <a:schemeClr val="phClr">
                <a:tint val="100000"/>
                <a:shade val="48000"/>
              </a:schemeClr>
            </a:gs>
          </a:gsLst>
          <a:lin ang="16200000" scaled="0"/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Retrospección">
  <a:themeElements>
    <a:clrScheme name="Retrospect">
      <a:dk1>
        <a:srgbClr val="000000"/>
      </a:dk1>
      <a:lt1>
        <a:srgbClr val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shade val="92000"/>
              </a:schemeClr>
            </a:gs>
            <a:gs pos="45000">
              <a:schemeClr val="phClr">
                <a:tint val="60000"/>
                <a:shade val="99000"/>
              </a:schemeClr>
            </a:gs>
            <a:gs pos="100000">
              <a:schemeClr val="phClr">
                <a:tint val="55000"/>
              </a:schemeClr>
            </a:gs>
          </a:gsLst>
          <a:path path="circle">
            <a:fillToRect l="100000" t="100000" r="100000" b="100000"/>
          </a:path>
          <a:tileRect l="0" t="0" r="0" b="0"/>
        </a:gradFill>
        <a:gradFill>
          <a:gsLst>
            <a:gs pos="0">
              <a:schemeClr val="phClr">
                <a:shade val="85000"/>
              </a:schemeClr>
            </a:gs>
            <a:gs pos="34000">
              <a:schemeClr val="phClr">
                <a:shade val="87000"/>
              </a:schemeClr>
            </a:gs>
            <a:gs pos="70000">
              <a:schemeClr val="phClr">
                <a:tint val="100000"/>
                <a:shade val="90000"/>
              </a:schemeClr>
            </a:gs>
            <a:gs pos="100000">
              <a:schemeClr val="phClr">
                <a:tint val="100000"/>
                <a:shade val="100000"/>
              </a:schemeClr>
            </a:gs>
          </a:gsLst>
          <a:path path="circle">
            <a:fillToRect l="100000" t="100000" r="100000" b="100000"/>
          </a:path>
          <a:tileRect l="0" t="0" r="0" b="0"/>
        </a:gradFill>
      </a:fillStyleLst>
      <a:lnStyleLst>
        <a:ln w="12700" cap="flat" cmpd="sng" algn="ctr">
          <a:prstDash val="solid"/>
        </a:ln>
        <a:ln w="15875" cap="flat" cmpd="sng" algn="ctr">
          <a:prstDash val="solid"/>
        </a:ln>
        <a:ln w="254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</a:schemeClr>
        </a:solidFill>
        <a:gradFill>
          <a:gsLst>
            <a:gs pos="0">
              <a:schemeClr val="phClr">
                <a:tint val="96000"/>
                <a:shade val="99000"/>
              </a:schemeClr>
            </a:gs>
            <a:gs pos="65000">
              <a:schemeClr val="phClr">
                <a:tint val="100000"/>
                <a:shade val="80000"/>
              </a:schemeClr>
            </a:gs>
            <a:gs pos="100000">
              <a:schemeClr val="phClr">
                <a:tint val="100000"/>
                <a:shade val="48000"/>
              </a:schemeClr>
            </a:gs>
          </a:gsLst>
          <a:lin ang="16200000" scaled="0"/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Retrospección">
  <a:themeElements>
    <a:clrScheme name="Retrospect">
      <a:dk1>
        <a:srgbClr val="000000"/>
      </a:dk1>
      <a:lt1>
        <a:srgbClr val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shade val="92000"/>
              </a:schemeClr>
            </a:gs>
            <a:gs pos="45000">
              <a:schemeClr val="phClr">
                <a:tint val="60000"/>
                <a:shade val="99000"/>
              </a:schemeClr>
            </a:gs>
            <a:gs pos="100000">
              <a:schemeClr val="phClr">
                <a:tint val="55000"/>
              </a:schemeClr>
            </a:gs>
          </a:gsLst>
          <a:path path="circle">
            <a:fillToRect l="100000" t="100000" r="100000" b="100000"/>
          </a:path>
          <a:tileRect l="0" t="0" r="0" b="0"/>
        </a:gradFill>
        <a:gradFill>
          <a:gsLst>
            <a:gs pos="0">
              <a:schemeClr val="phClr">
                <a:shade val="85000"/>
              </a:schemeClr>
            </a:gs>
            <a:gs pos="34000">
              <a:schemeClr val="phClr">
                <a:shade val="87000"/>
              </a:schemeClr>
            </a:gs>
            <a:gs pos="70000">
              <a:schemeClr val="phClr">
                <a:tint val="100000"/>
                <a:shade val="90000"/>
              </a:schemeClr>
            </a:gs>
            <a:gs pos="100000">
              <a:schemeClr val="phClr">
                <a:tint val="100000"/>
                <a:shade val="100000"/>
              </a:schemeClr>
            </a:gs>
          </a:gsLst>
          <a:path path="circle">
            <a:fillToRect l="100000" t="100000" r="100000" b="100000"/>
          </a:path>
          <a:tileRect l="0" t="0" r="0" b="0"/>
        </a:gradFill>
      </a:fillStyleLst>
      <a:lnStyleLst>
        <a:ln w="12700" cap="flat" cmpd="sng" algn="ctr">
          <a:prstDash val="solid"/>
        </a:ln>
        <a:ln w="15875" cap="flat" cmpd="sng" algn="ctr">
          <a:prstDash val="solid"/>
        </a:ln>
        <a:ln w="254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</a:schemeClr>
        </a:solidFill>
        <a:gradFill>
          <a:gsLst>
            <a:gs pos="0">
              <a:schemeClr val="phClr">
                <a:tint val="96000"/>
                <a:shade val="99000"/>
              </a:schemeClr>
            </a:gs>
            <a:gs pos="65000">
              <a:schemeClr val="phClr">
                <a:tint val="100000"/>
                <a:shade val="80000"/>
              </a:schemeClr>
            </a:gs>
            <a:gs pos="100000">
              <a:schemeClr val="phClr">
                <a:tint val="100000"/>
                <a:shade val="48000"/>
              </a:schemeClr>
            </a:gs>
          </a:gsLst>
          <a:lin ang="16200000" scaled="0"/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Retrospección">
  <a:themeElements>
    <a:clrScheme name="Retrospect">
      <a:dk1>
        <a:srgbClr val="000000"/>
      </a:dk1>
      <a:lt1>
        <a:srgbClr val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shade val="92000"/>
              </a:schemeClr>
            </a:gs>
            <a:gs pos="45000">
              <a:schemeClr val="phClr">
                <a:tint val="60000"/>
                <a:shade val="99000"/>
              </a:schemeClr>
            </a:gs>
            <a:gs pos="100000">
              <a:schemeClr val="phClr">
                <a:tint val="55000"/>
              </a:schemeClr>
            </a:gs>
          </a:gsLst>
          <a:path path="circle">
            <a:fillToRect l="100000" t="100000" r="100000" b="100000"/>
          </a:path>
          <a:tileRect l="0" t="0" r="0" b="0"/>
        </a:gradFill>
        <a:gradFill>
          <a:gsLst>
            <a:gs pos="0">
              <a:schemeClr val="phClr">
                <a:shade val="85000"/>
              </a:schemeClr>
            </a:gs>
            <a:gs pos="34000">
              <a:schemeClr val="phClr">
                <a:shade val="87000"/>
              </a:schemeClr>
            </a:gs>
            <a:gs pos="70000">
              <a:schemeClr val="phClr">
                <a:tint val="100000"/>
                <a:shade val="90000"/>
              </a:schemeClr>
            </a:gs>
            <a:gs pos="100000">
              <a:schemeClr val="phClr">
                <a:tint val="100000"/>
                <a:shade val="100000"/>
              </a:schemeClr>
            </a:gs>
          </a:gsLst>
          <a:path path="circle">
            <a:fillToRect l="100000" t="100000" r="100000" b="100000"/>
          </a:path>
          <a:tileRect l="0" t="0" r="0" b="0"/>
        </a:gradFill>
      </a:fillStyleLst>
      <a:lnStyleLst>
        <a:ln w="12700" cap="flat" cmpd="sng" algn="ctr">
          <a:prstDash val="solid"/>
        </a:ln>
        <a:ln w="15875" cap="flat" cmpd="sng" algn="ctr">
          <a:prstDash val="solid"/>
        </a:ln>
        <a:ln w="254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</a:schemeClr>
        </a:solidFill>
        <a:gradFill>
          <a:gsLst>
            <a:gs pos="0">
              <a:schemeClr val="phClr">
                <a:tint val="96000"/>
                <a:shade val="99000"/>
              </a:schemeClr>
            </a:gs>
            <a:gs pos="65000">
              <a:schemeClr val="phClr">
                <a:tint val="100000"/>
                <a:shade val="80000"/>
              </a:schemeClr>
            </a:gs>
            <a:gs pos="100000">
              <a:schemeClr val="phClr">
                <a:tint val="100000"/>
                <a:shade val="48000"/>
              </a:schemeClr>
            </a:gs>
          </a:gsLst>
          <a:lin ang="16200000" scaled="0"/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Retrospección">
  <a:themeElements>
    <a:clrScheme name="Retrospect">
      <a:dk1>
        <a:srgbClr val="000000"/>
      </a:dk1>
      <a:lt1>
        <a:srgbClr val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shade val="92000"/>
              </a:schemeClr>
            </a:gs>
            <a:gs pos="45000">
              <a:schemeClr val="phClr">
                <a:tint val="60000"/>
                <a:shade val="99000"/>
              </a:schemeClr>
            </a:gs>
            <a:gs pos="100000">
              <a:schemeClr val="phClr">
                <a:tint val="55000"/>
              </a:schemeClr>
            </a:gs>
          </a:gsLst>
          <a:path path="circle">
            <a:fillToRect l="100000" t="100000" r="100000" b="100000"/>
          </a:path>
          <a:tileRect l="0" t="0" r="0" b="0"/>
        </a:gradFill>
        <a:gradFill>
          <a:gsLst>
            <a:gs pos="0">
              <a:schemeClr val="phClr">
                <a:shade val="85000"/>
              </a:schemeClr>
            </a:gs>
            <a:gs pos="34000">
              <a:schemeClr val="phClr">
                <a:shade val="87000"/>
              </a:schemeClr>
            </a:gs>
            <a:gs pos="70000">
              <a:schemeClr val="phClr">
                <a:tint val="100000"/>
                <a:shade val="90000"/>
              </a:schemeClr>
            </a:gs>
            <a:gs pos="100000">
              <a:schemeClr val="phClr">
                <a:tint val="100000"/>
                <a:shade val="100000"/>
              </a:schemeClr>
            </a:gs>
          </a:gsLst>
          <a:path path="circle">
            <a:fillToRect l="100000" t="100000" r="100000" b="100000"/>
          </a:path>
          <a:tileRect l="0" t="0" r="0" b="0"/>
        </a:gradFill>
      </a:fillStyleLst>
      <a:lnStyleLst>
        <a:ln w="12700" cap="flat" cmpd="sng" algn="ctr">
          <a:prstDash val="solid"/>
        </a:ln>
        <a:ln w="15875" cap="flat" cmpd="sng" algn="ctr">
          <a:prstDash val="solid"/>
        </a:ln>
        <a:ln w="254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</a:schemeClr>
        </a:solidFill>
        <a:gradFill>
          <a:gsLst>
            <a:gs pos="0">
              <a:schemeClr val="phClr">
                <a:tint val="96000"/>
                <a:shade val="99000"/>
              </a:schemeClr>
            </a:gs>
            <a:gs pos="65000">
              <a:schemeClr val="phClr">
                <a:tint val="100000"/>
                <a:shade val="80000"/>
              </a:schemeClr>
            </a:gs>
            <a:gs pos="100000">
              <a:schemeClr val="phClr">
                <a:tint val="100000"/>
                <a:shade val="48000"/>
              </a:schemeClr>
            </a:gs>
          </a:gsLst>
          <a:lin ang="16200000" scaled="0"/>
          <a:tileRect l="0" t="0" r="0" b="0"/>
        </a:grad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Retrospección">
  <a:themeElements>
    <a:clrScheme name="Retrospect">
      <a:dk1>
        <a:srgbClr val="000000"/>
      </a:dk1>
      <a:lt1>
        <a:srgbClr val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shade val="92000"/>
              </a:schemeClr>
            </a:gs>
            <a:gs pos="45000">
              <a:schemeClr val="phClr">
                <a:tint val="60000"/>
                <a:shade val="99000"/>
              </a:schemeClr>
            </a:gs>
            <a:gs pos="100000">
              <a:schemeClr val="phClr">
                <a:tint val="55000"/>
              </a:schemeClr>
            </a:gs>
          </a:gsLst>
          <a:path path="circle">
            <a:fillToRect l="100000" t="100000" r="100000" b="100000"/>
          </a:path>
          <a:tileRect l="0" t="0" r="0" b="0"/>
        </a:gradFill>
        <a:gradFill>
          <a:gsLst>
            <a:gs pos="0">
              <a:schemeClr val="phClr">
                <a:shade val="85000"/>
              </a:schemeClr>
            </a:gs>
            <a:gs pos="34000">
              <a:schemeClr val="phClr">
                <a:shade val="87000"/>
              </a:schemeClr>
            </a:gs>
            <a:gs pos="70000">
              <a:schemeClr val="phClr">
                <a:tint val="100000"/>
                <a:shade val="90000"/>
              </a:schemeClr>
            </a:gs>
            <a:gs pos="100000">
              <a:schemeClr val="phClr">
                <a:tint val="100000"/>
                <a:shade val="100000"/>
              </a:schemeClr>
            </a:gs>
          </a:gsLst>
          <a:path path="circle">
            <a:fillToRect l="100000" t="100000" r="100000" b="100000"/>
          </a:path>
          <a:tileRect l="0" t="0" r="0" b="0"/>
        </a:gradFill>
      </a:fillStyleLst>
      <a:lnStyleLst>
        <a:ln w="12700" cap="flat" cmpd="sng" algn="ctr">
          <a:prstDash val="solid"/>
        </a:ln>
        <a:ln w="15875" cap="flat" cmpd="sng" algn="ctr">
          <a:prstDash val="solid"/>
        </a:ln>
        <a:ln w="254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</a:schemeClr>
        </a:solidFill>
        <a:gradFill>
          <a:gsLst>
            <a:gs pos="0">
              <a:schemeClr val="phClr">
                <a:tint val="96000"/>
                <a:shade val="99000"/>
              </a:schemeClr>
            </a:gs>
            <a:gs pos="65000">
              <a:schemeClr val="phClr">
                <a:tint val="100000"/>
                <a:shade val="80000"/>
              </a:schemeClr>
            </a:gs>
            <a:gs pos="100000">
              <a:schemeClr val="phClr">
                <a:tint val="100000"/>
                <a:shade val="48000"/>
              </a:schemeClr>
            </a:gs>
          </a:gsLst>
          <a:lin ang="16200000" scaled="0"/>
          <a:tileRect l="0" t="0" r="0" b="0"/>
        </a:gradFill>
      </a:bgFillStyleLst>
    </a:fmtScheme>
  </a:themeElements>
</a:theme>
</file>

<file path=ppt/theme/theme14.xml><?xml version="1.0" encoding="utf-8"?>
<a:theme xmlns:a="http://schemas.openxmlformats.org/drawingml/2006/main" xmlns:r="http://schemas.openxmlformats.org/officeDocument/2006/relationships" name="Retrospección">
  <a:themeElements>
    <a:clrScheme name="Retrospect">
      <a:dk1>
        <a:srgbClr val="000000"/>
      </a:dk1>
      <a:lt1>
        <a:srgbClr val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shade val="92000"/>
              </a:schemeClr>
            </a:gs>
            <a:gs pos="45000">
              <a:schemeClr val="phClr">
                <a:tint val="60000"/>
                <a:shade val="99000"/>
              </a:schemeClr>
            </a:gs>
            <a:gs pos="100000">
              <a:schemeClr val="phClr">
                <a:tint val="55000"/>
              </a:schemeClr>
            </a:gs>
          </a:gsLst>
          <a:path path="circle">
            <a:fillToRect l="100000" t="100000" r="100000" b="100000"/>
          </a:path>
          <a:tileRect l="0" t="0" r="0" b="0"/>
        </a:gradFill>
        <a:gradFill>
          <a:gsLst>
            <a:gs pos="0">
              <a:schemeClr val="phClr">
                <a:shade val="85000"/>
              </a:schemeClr>
            </a:gs>
            <a:gs pos="34000">
              <a:schemeClr val="phClr">
                <a:shade val="87000"/>
              </a:schemeClr>
            </a:gs>
            <a:gs pos="70000">
              <a:schemeClr val="phClr">
                <a:tint val="100000"/>
                <a:shade val="90000"/>
              </a:schemeClr>
            </a:gs>
            <a:gs pos="100000">
              <a:schemeClr val="phClr">
                <a:tint val="100000"/>
                <a:shade val="100000"/>
              </a:schemeClr>
            </a:gs>
          </a:gsLst>
          <a:path path="circle">
            <a:fillToRect l="100000" t="100000" r="100000" b="100000"/>
          </a:path>
          <a:tileRect l="0" t="0" r="0" b="0"/>
        </a:gradFill>
      </a:fillStyleLst>
      <a:lnStyleLst>
        <a:ln w="12700" cap="flat" cmpd="sng" algn="ctr">
          <a:prstDash val="solid"/>
        </a:ln>
        <a:ln w="15875" cap="flat" cmpd="sng" algn="ctr">
          <a:prstDash val="solid"/>
        </a:ln>
        <a:ln w="254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</a:schemeClr>
        </a:solidFill>
        <a:gradFill>
          <a:gsLst>
            <a:gs pos="0">
              <a:schemeClr val="phClr">
                <a:tint val="96000"/>
                <a:shade val="99000"/>
              </a:schemeClr>
            </a:gs>
            <a:gs pos="65000">
              <a:schemeClr val="phClr">
                <a:tint val="100000"/>
                <a:shade val="80000"/>
              </a:schemeClr>
            </a:gs>
            <a:gs pos="100000">
              <a:schemeClr val="phClr">
                <a:tint val="100000"/>
                <a:shade val="48000"/>
              </a:schemeClr>
            </a:gs>
          </a:gsLst>
          <a:lin ang="16200000" scaled="0"/>
          <a:tileRect l="0" t="0" r="0" b="0"/>
        </a:gradFill>
      </a:bgFillStyleLst>
    </a:fmtScheme>
  </a:themeElements>
</a:theme>
</file>

<file path=ppt/theme/theme15.xml><?xml version="1.0" encoding="utf-8"?>
<a:theme xmlns:a="http://schemas.openxmlformats.org/drawingml/2006/main" xmlns:r="http://schemas.openxmlformats.org/officeDocument/2006/relationships" name="Retrospección">
  <a:themeElements>
    <a:clrScheme name="Retrospect">
      <a:dk1>
        <a:srgbClr val="000000"/>
      </a:dk1>
      <a:lt1>
        <a:srgbClr val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shade val="92000"/>
              </a:schemeClr>
            </a:gs>
            <a:gs pos="45000">
              <a:schemeClr val="phClr">
                <a:tint val="60000"/>
                <a:shade val="99000"/>
              </a:schemeClr>
            </a:gs>
            <a:gs pos="100000">
              <a:schemeClr val="phClr">
                <a:tint val="55000"/>
              </a:schemeClr>
            </a:gs>
          </a:gsLst>
          <a:path path="circle">
            <a:fillToRect l="100000" t="100000" r="100000" b="100000"/>
          </a:path>
          <a:tileRect l="0" t="0" r="0" b="0"/>
        </a:gradFill>
        <a:gradFill>
          <a:gsLst>
            <a:gs pos="0">
              <a:schemeClr val="phClr">
                <a:shade val="85000"/>
              </a:schemeClr>
            </a:gs>
            <a:gs pos="34000">
              <a:schemeClr val="phClr">
                <a:shade val="87000"/>
              </a:schemeClr>
            </a:gs>
            <a:gs pos="70000">
              <a:schemeClr val="phClr">
                <a:tint val="100000"/>
                <a:shade val="90000"/>
              </a:schemeClr>
            </a:gs>
            <a:gs pos="100000">
              <a:schemeClr val="phClr">
                <a:tint val="100000"/>
                <a:shade val="100000"/>
              </a:schemeClr>
            </a:gs>
          </a:gsLst>
          <a:path path="circle">
            <a:fillToRect l="100000" t="100000" r="100000" b="100000"/>
          </a:path>
          <a:tileRect l="0" t="0" r="0" b="0"/>
        </a:gradFill>
      </a:fillStyleLst>
      <a:lnStyleLst>
        <a:ln w="12700" cap="flat" cmpd="sng" algn="ctr">
          <a:prstDash val="solid"/>
        </a:ln>
        <a:ln w="15875" cap="flat" cmpd="sng" algn="ctr">
          <a:prstDash val="solid"/>
        </a:ln>
        <a:ln w="254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</a:schemeClr>
        </a:solidFill>
        <a:gradFill>
          <a:gsLst>
            <a:gs pos="0">
              <a:schemeClr val="phClr">
                <a:tint val="96000"/>
                <a:shade val="99000"/>
              </a:schemeClr>
            </a:gs>
            <a:gs pos="65000">
              <a:schemeClr val="phClr">
                <a:tint val="100000"/>
                <a:shade val="80000"/>
              </a:schemeClr>
            </a:gs>
            <a:gs pos="100000">
              <a:schemeClr val="phClr">
                <a:tint val="100000"/>
                <a:shade val="48000"/>
              </a:schemeClr>
            </a:gs>
          </a:gsLst>
          <a:lin ang="16200000" scaled="0"/>
          <a:tileRect l="0" t="0" r="0" b="0"/>
        </a:gradFill>
      </a:bgFillStyleLst>
    </a:fmtScheme>
  </a:themeElements>
</a:theme>
</file>

<file path=ppt/theme/theme16.xml><?xml version="1.0" encoding="utf-8"?>
<a:theme xmlns:a="http://schemas.openxmlformats.org/drawingml/2006/main" xmlns:r="http://schemas.openxmlformats.org/officeDocument/2006/relationships" name="Retrospección">
  <a:themeElements>
    <a:clrScheme name="Retrospect">
      <a:dk1>
        <a:srgbClr val="000000"/>
      </a:dk1>
      <a:lt1>
        <a:srgbClr val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shade val="92000"/>
              </a:schemeClr>
            </a:gs>
            <a:gs pos="45000">
              <a:schemeClr val="phClr">
                <a:tint val="60000"/>
                <a:shade val="99000"/>
              </a:schemeClr>
            </a:gs>
            <a:gs pos="100000">
              <a:schemeClr val="phClr">
                <a:tint val="55000"/>
              </a:schemeClr>
            </a:gs>
          </a:gsLst>
          <a:path path="circle">
            <a:fillToRect l="100000" t="100000" r="100000" b="100000"/>
          </a:path>
          <a:tileRect l="0" t="0" r="0" b="0"/>
        </a:gradFill>
        <a:gradFill>
          <a:gsLst>
            <a:gs pos="0">
              <a:schemeClr val="phClr">
                <a:shade val="85000"/>
              </a:schemeClr>
            </a:gs>
            <a:gs pos="34000">
              <a:schemeClr val="phClr">
                <a:shade val="87000"/>
              </a:schemeClr>
            </a:gs>
            <a:gs pos="70000">
              <a:schemeClr val="phClr">
                <a:tint val="100000"/>
                <a:shade val="90000"/>
              </a:schemeClr>
            </a:gs>
            <a:gs pos="100000">
              <a:schemeClr val="phClr">
                <a:tint val="100000"/>
                <a:shade val="100000"/>
              </a:schemeClr>
            </a:gs>
          </a:gsLst>
          <a:path path="circle">
            <a:fillToRect l="100000" t="100000" r="100000" b="100000"/>
          </a:path>
          <a:tileRect l="0" t="0" r="0" b="0"/>
        </a:gradFill>
      </a:fillStyleLst>
      <a:lnStyleLst>
        <a:ln w="12700" cap="flat" cmpd="sng" algn="ctr">
          <a:prstDash val="solid"/>
        </a:ln>
        <a:ln w="15875" cap="flat" cmpd="sng" algn="ctr">
          <a:prstDash val="solid"/>
        </a:ln>
        <a:ln w="254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</a:schemeClr>
        </a:solidFill>
        <a:gradFill>
          <a:gsLst>
            <a:gs pos="0">
              <a:schemeClr val="phClr">
                <a:tint val="96000"/>
                <a:shade val="99000"/>
              </a:schemeClr>
            </a:gs>
            <a:gs pos="65000">
              <a:schemeClr val="phClr">
                <a:tint val="100000"/>
                <a:shade val="80000"/>
              </a:schemeClr>
            </a:gs>
            <a:gs pos="100000">
              <a:schemeClr val="phClr">
                <a:tint val="100000"/>
                <a:shade val="48000"/>
              </a:schemeClr>
            </a:gs>
          </a:gsLst>
          <a:lin ang="16200000" scaled="0"/>
          <a:tileRect l="0" t="0" r="0" b="0"/>
        </a:gradFill>
      </a:bgFillStyleLst>
    </a:fmtScheme>
  </a:themeElements>
</a:theme>
</file>

<file path=ppt/theme/theme17.xml><?xml version="1.0" encoding="utf-8"?>
<a:theme xmlns:a="http://schemas.openxmlformats.org/drawingml/2006/main" xmlns:r="http://schemas.openxmlformats.org/officeDocument/2006/relationships" name="Retrospección">
  <a:themeElements>
    <a:clrScheme name="Retrospect">
      <a:dk1>
        <a:srgbClr val="000000"/>
      </a:dk1>
      <a:lt1>
        <a:srgbClr val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shade val="92000"/>
              </a:schemeClr>
            </a:gs>
            <a:gs pos="45000">
              <a:schemeClr val="phClr">
                <a:tint val="60000"/>
                <a:shade val="99000"/>
              </a:schemeClr>
            </a:gs>
            <a:gs pos="100000">
              <a:schemeClr val="phClr">
                <a:tint val="55000"/>
              </a:schemeClr>
            </a:gs>
          </a:gsLst>
          <a:path path="circle">
            <a:fillToRect l="100000" t="100000" r="100000" b="100000"/>
          </a:path>
          <a:tileRect l="0" t="0" r="0" b="0"/>
        </a:gradFill>
        <a:gradFill>
          <a:gsLst>
            <a:gs pos="0">
              <a:schemeClr val="phClr">
                <a:shade val="85000"/>
              </a:schemeClr>
            </a:gs>
            <a:gs pos="34000">
              <a:schemeClr val="phClr">
                <a:shade val="87000"/>
              </a:schemeClr>
            </a:gs>
            <a:gs pos="70000">
              <a:schemeClr val="phClr">
                <a:tint val="100000"/>
                <a:shade val="90000"/>
              </a:schemeClr>
            </a:gs>
            <a:gs pos="100000">
              <a:schemeClr val="phClr">
                <a:tint val="100000"/>
                <a:shade val="100000"/>
              </a:schemeClr>
            </a:gs>
          </a:gsLst>
          <a:path path="circle">
            <a:fillToRect l="100000" t="100000" r="100000" b="100000"/>
          </a:path>
          <a:tileRect l="0" t="0" r="0" b="0"/>
        </a:gradFill>
      </a:fillStyleLst>
      <a:lnStyleLst>
        <a:ln w="12700" cap="flat" cmpd="sng" algn="ctr">
          <a:prstDash val="solid"/>
        </a:ln>
        <a:ln w="15875" cap="flat" cmpd="sng" algn="ctr">
          <a:prstDash val="solid"/>
        </a:ln>
        <a:ln w="254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</a:schemeClr>
        </a:solidFill>
        <a:gradFill>
          <a:gsLst>
            <a:gs pos="0">
              <a:schemeClr val="phClr">
                <a:tint val="96000"/>
                <a:shade val="99000"/>
              </a:schemeClr>
            </a:gs>
            <a:gs pos="65000">
              <a:schemeClr val="phClr">
                <a:tint val="100000"/>
                <a:shade val="80000"/>
              </a:schemeClr>
            </a:gs>
            <a:gs pos="100000">
              <a:schemeClr val="phClr">
                <a:tint val="100000"/>
                <a:shade val="48000"/>
              </a:schemeClr>
            </a:gs>
          </a:gsLst>
          <a:lin ang="16200000" scaled="0"/>
          <a:tileRect l="0" t="0" r="0" b="0"/>
        </a:gradFill>
      </a:bgFillStyleLst>
    </a:fmtScheme>
  </a:themeElements>
</a:theme>
</file>

<file path=ppt/theme/theme18.xml><?xml version="1.0" encoding="utf-8"?>
<a:theme xmlns:a="http://schemas.openxmlformats.org/drawingml/2006/main" xmlns:r="http://schemas.openxmlformats.org/officeDocument/2006/relationships" name="Retrospección">
  <a:themeElements>
    <a:clrScheme name="Retrospect">
      <a:dk1>
        <a:srgbClr val="000000"/>
      </a:dk1>
      <a:lt1>
        <a:srgbClr val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shade val="92000"/>
              </a:schemeClr>
            </a:gs>
            <a:gs pos="45000">
              <a:schemeClr val="phClr">
                <a:tint val="60000"/>
                <a:shade val="99000"/>
              </a:schemeClr>
            </a:gs>
            <a:gs pos="100000">
              <a:schemeClr val="phClr">
                <a:tint val="55000"/>
              </a:schemeClr>
            </a:gs>
          </a:gsLst>
          <a:path path="circle">
            <a:fillToRect l="100000" t="100000" r="100000" b="100000"/>
          </a:path>
          <a:tileRect l="0" t="0" r="0" b="0"/>
        </a:gradFill>
        <a:gradFill>
          <a:gsLst>
            <a:gs pos="0">
              <a:schemeClr val="phClr">
                <a:shade val="85000"/>
              </a:schemeClr>
            </a:gs>
            <a:gs pos="34000">
              <a:schemeClr val="phClr">
                <a:shade val="87000"/>
              </a:schemeClr>
            </a:gs>
            <a:gs pos="70000">
              <a:schemeClr val="phClr">
                <a:tint val="100000"/>
                <a:shade val="90000"/>
              </a:schemeClr>
            </a:gs>
            <a:gs pos="100000">
              <a:schemeClr val="phClr">
                <a:tint val="100000"/>
                <a:shade val="100000"/>
              </a:schemeClr>
            </a:gs>
          </a:gsLst>
          <a:path path="circle">
            <a:fillToRect l="100000" t="100000" r="100000" b="100000"/>
          </a:path>
          <a:tileRect l="0" t="0" r="0" b="0"/>
        </a:gradFill>
      </a:fillStyleLst>
      <a:lnStyleLst>
        <a:ln w="12700" cap="flat" cmpd="sng" algn="ctr">
          <a:prstDash val="solid"/>
        </a:ln>
        <a:ln w="15875" cap="flat" cmpd="sng" algn="ctr">
          <a:prstDash val="solid"/>
        </a:ln>
        <a:ln w="254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</a:schemeClr>
        </a:solidFill>
        <a:gradFill>
          <a:gsLst>
            <a:gs pos="0">
              <a:schemeClr val="phClr">
                <a:tint val="96000"/>
                <a:shade val="99000"/>
              </a:schemeClr>
            </a:gs>
            <a:gs pos="65000">
              <a:schemeClr val="phClr">
                <a:tint val="100000"/>
                <a:shade val="80000"/>
              </a:schemeClr>
            </a:gs>
            <a:gs pos="100000">
              <a:schemeClr val="phClr">
                <a:tint val="100000"/>
                <a:shade val="48000"/>
              </a:schemeClr>
            </a:gs>
          </a:gsLst>
          <a:lin ang="16200000" scaled="0"/>
          <a:tileRect l="0" t="0" r="0" b="0"/>
        </a:gradFill>
      </a:bgFillStyleLst>
    </a:fmtScheme>
  </a:themeElements>
</a:theme>
</file>

<file path=ppt/theme/theme19.xml><?xml version="1.0" encoding="utf-8"?>
<a:theme xmlns:a="http://schemas.openxmlformats.org/drawingml/2006/main" xmlns:r="http://schemas.openxmlformats.org/officeDocument/2006/relationships" name="Retrospección">
  <a:themeElements>
    <a:clrScheme name="Retrospect">
      <a:dk1>
        <a:srgbClr val="000000"/>
      </a:dk1>
      <a:lt1>
        <a:srgbClr val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shade val="92000"/>
              </a:schemeClr>
            </a:gs>
            <a:gs pos="45000">
              <a:schemeClr val="phClr">
                <a:tint val="60000"/>
                <a:shade val="99000"/>
              </a:schemeClr>
            </a:gs>
            <a:gs pos="100000">
              <a:schemeClr val="phClr">
                <a:tint val="55000"/>
              </a:schemeClr>
            </a:gs>
          </a:gsLst>
          <a:path path="circle">
            <a:fillToRect l="100000" t="100000" r="100000" b="100000"/>
          </a:path>
          <a:tileRect l="0" t="0" r="0" b="0"/>
        </a:gradFill>
        <a:gradFill>
          <a:gsLst>
            <a:gs pos="0">
              <a:schemeClr val="phClr">
                <a:shade val="85000"/>
              </a:schemeClr>
            </a:gs>
            <a:gs pos="34000">
              <a:schemeClr val="phClr">
                <a:shade val="87000"/>
              </a:schemeClr>
            </a:gs>
            <a:gs pos="70000">
              <a:schemeClr val="phClr">
                <a:tint val="100000"/>
                <a:shade val="90000"/>
              </a:schemeClr>
            </a:gs>
            <a:gs pos="100000">
              <a:schemeClr val="phClr">
                <a:tint val="100000"/>
                <a:shade val="100000"/>
              </a:schemeClr>
            </a:gs>
          </a:gsLst>
          <a:path path="circle">
            <a:fillToRect l="100000" t="100000" r="100000" b="100000"/>
          </a:path>
          <a:tileRect l="0" t="0" r="0" b="0"/>
        </a:gradFill>
      </a:fillStyleLst>
      <a:lnStyleLst>
        <a:ln w="12700" cap="flat" cmpd="sng" algn="ctr">
          <a:prstDash val="solid"/>
        </a:ln>
        <a:ln w="15875" cap="flat" cmpd="sng" algn="ctr">
          <a:prstDash val="solid"/>
        </a:ln>
        <a:ln w="254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</a:schemeClr>
        </a:solidFill>
        <a:gradFill>
          <a:gsLst>
            <a:gs pos="0">
              <a:schemeClr val="phClr">
                <a:tint val="96000"/>
                <a:shade val="99000"/>
              </a:schemeClr>
            </a:gs>
            <a:gs pos="65000">
              <a:schemeClr val="phClr">
                <a:tint val="100000"/>
                <a:shade val="80000"/>
              </a:schemeClr>
            </a:gs>
            <a:gs pos="100000">
              <a:schemeClr val="phClr">
                <a:tint val="100000"/>
                <a:shade val="48000"/>
              </a:schemeClr>
            </a:gs>
          </a:gsLst>
          <a:lin ang="16200000" scaled="0"/>
          <a:tileRect l="0" t="0" r="0" b="0"/>
        </a:gradFill>
      </a:bgFillStyleLst>
    </a:fmtScheme>
  </a:themeElements>
</a:theme>
</file>

<file path=ppt/theme/theme20.xml><?xml version="1.0" encoding="utf-8"?>
<a:theme xmlns:a="http://schemas.openxmlformats.org/drawingml/2006/main" xmlns:r="http://schemas.openxmlformats.org/officeDocument/2006/relationships" name="Retrospección">
  <a:themeElements>
    <a:clrScheme name="Retrospect">
      <a:dk1>
        <a:srgbClr val="000000"/>
      </a:dk1>
      <a:lt1>
        <a:srgbClr val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shade val="92000"/>
              </a:schemeClr>
            </a:gs>
            <a:gs pos="45000">
              <a:schemeClr val="phClr">
                <a:tint val="60000"/>
                <a:shade val="99000"/>
              </a:schemeClr>
            </a:gs>
            <a:gs pos="100000">
              <a:schemeClr val="phClr">
                <a:tint val="55000"/>
              </a:schemeClr>
            </a:gs>
          </a:gsLst>
          <a:path path="circle">
            <a:fillToRect l="100000" t="100000" r="100000" b="100000"/>
          </a:path>
          <a:tileRect l="0" t="0" r="0" b="0"/>
        </a:gradFill>
        <a:gradFill>
          <a:gsLst>
            <a:gs pos="0">
              <a:schemeClr val="phClr">
                <a:shade val="85000"/>
              </a:schemeClr>
            </a:gs>
            <a:gs pos="34000">
              <a:schemeClr val="phClr">
                <a:shade val="87000"/>
              </a:schemeClr>
            </a:gs>
            <a:gs pos="70000">
              <a:schemeClr val="phClr">
                <a:tint val="100000"/>
                <a:shade val="90000"/>
              </a:schemeClr>
            </a:gs>
            <a:gs pos="100000">
              <a:schemeClr val="phClr">
                <a:tint val="100000"/>
                <a:shade val="100000"/>
              </a:schemeClr>
            </a:gs>
          </a:gsLst>
          <a:path path="circle">
            <a:fillToRect l="100000" t="100000" r="100000" b="100000"/>
          </a:path>
          <a:tileRect l="0" t="0" r="0" b="0"/>
        </a:gradFill>
      </a:fillStyleLst>
      <a:lnStyleLst>
        <a:ln w="12700" cap="flat" cmpd="sng" algn="ctr">
          <a:prstDash val="solid"/>
        </a:ln>
        <a:ln w="15875" cap="flat" cmpd="sng" algn="ctr">
          <a:prstDash val="solid"/>
        </a:ln>
        <a:ln w="254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</a:schemeClr>
        </a:solidFill>
        <a:gradFill>
          <a:gsLst>
            <a:gs pos="0">
              <a:schemeClr val="phClr">
                <a:tint val="96000"/>
                <a:shade val="99000"/>
              </a:schemeClr>
            </a:gs>
            <a:gs pos="65000">
              <a:schemeClr val="phClr">
                <a:tint val="100000"/>
                <a:shade val="80000"/>
              </a:schemeClr>
            </a:gs>
            <a:gs pos="100000">
              <a:schemeClr val="phClr">
                <a:tint val="100000"/>
                <a:shade val="48000"/>
              </a:schemeClr>
            </a:gs>
          </a:gsLst>
          <a:lin ang="16200000" scaled="0"/>
          <a:tileRect l="0" t="0" r="0" b="0"/>
        </a:gradFill>
      </a:bgFillStyleLst>
    </a:fmtScheme>
  </a:themeElements>
</a:theme>
</file>

<file path=ppt/theme/theme21.xml><?xml version="1.0" encoding="utf-8"?>
<a:theme xmlns:a="http://schemas.openxmlformats.org/drawingml/2006/main" xmlns:r="http://schemas.openxmlformats.org/officeDocument/2006/relationships" name="Retrospección">
  <a:themeElements>
    <a:clrScheme name="Retrospect">
      <a:dk1>
        <a:srgbClr val="000000"/>
      </a:dk1>
      <a:lt1>
        <a:srgbClr val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shade val="92000"/>
              </a:schemeClr>
            </a:gs>
            <a:gs pos="45000">
              <a:schemeClr val="phClr">
                <a:tint val="60000"/>
                <a:shade val="99000"/>
              </a:schemeClr>
            </a:gs>
            <a:gs pos="100000">
              <a:schemeClr val="phClr">
                <a:tint val="55000"/>
              </a:schemeClr>
            </a:gs>
          </a:gsLst>
          <a:path path="circle">
            <a:fillToRect l="100000" t="100000" r="100000" b="100000"/>
          </a:path>
          <a:tileRect l="0" t="0" r="0" b="0"/>
        </a:gradFill>
        <a:gradFill>
          <a:gsLst>
            <a:gs pos="0">
              <a:schemeClr val="phClr">
                <a:shade val="85000"/>
              </a:schemeClr>
            </a:gs>
            <a:gs pos="34000">
              <a:schemeClr val="phClr">
                <a:shade val="87000"/>
              </a:schemeClr>
            </a:gs>
            <a:gs pos="70000">
              <a:schemeClr val="phClr">
                <a:tint val="100000"/>
                <a:shade val="90000"/>
              </a:schemeClr>
            </a:gs>
            <a:gs pos="100000">
              <a:schemeClr val="phClr">
                <a:tint val="100000"/>
                <a:shade val="100000"/>
              </a:schemeClr>
            </a:gs>
          </a:gsLst>
          <a:path path="circle">
            <a:fillToRect l="100000" t="100000" r="100000" b="100000"/>
          </a:path>
          <a:tileRect l="0" t="0" r="0" b="0"/>
        </a:gradFill>
      </a:fillStyleLst>
      <a:lnStyleLst>
        <a:ln w="12700" cap="flat" cmpd="sng" algn="ctr">
          <a:prstDash val="solid"/>
        </a:ln>
        <a:ln w="15875" cap="flat" cmpd="sng" algn="ctr">
          <a:prstDash val="solid"/>
        </a:ln>
        <a:ln w="254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</a:schemeClr>
        </a:solidFill>
        <a:gradFill>
          <a:gsLst>
            <a:gs pos="0">
              <a:schemeClr val="phClr">
                <a:tint val="96000"/>
                <a:shade val="99000"/>
              </a:schemeClr>
            </a:gs>
            <a:gs pos="65000">
              <a:schemeClr val="phClr">
                <a:tint val="100000"/>
                <a:shade val="80000"/>
              </a:schemeClr>
            </a:gs>
            <a:gs pos="100000">
              <a:schemeClr val="phClr">
                <a:tint val="100000"/>
                <a:shade val="48000"/>
              </a:schemeClr>
            </a:gs>
          </a:gsLst>
          <a:lin ang="16200000" scaled="0"/>
          <a:tileRect l="0" t="0" r="0" b="0"/>
        </a:gradFill>
      </a:bgFillStyleLst>
    </a:fmtScheme>
  </a:themeElements>
</a:theme>
</file>

<file path=ppt/theme/theme22.xml><?xml version="1.0" encoding="utf-8"?>
<a:theme xmlns:a="http://schemas.openxmlformats.org/drawingml/2006/main" xmlns:r="http://schemas.openxmlformats.org/officeDocument/2006/relationships" name="Retrospección">
  <a:themeElements>
    <a:clrScheme name="Retrospect">
      <a:dk1>
        <a:srgbClr val="000000"/>
      </a:dk1>
      <a:lt1>
        <a:srgbClr val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shade val="92000"/>
              </a:schemeClr>
            </a:gs>
            <a:gs pos="45000">
              <a:schemeClr val="phClr">
                <a:tint val="60000"/>
                <a:shade val="99000"/>
              </a:schemeClr>
            </a:gs>
            <a:gs pos="100000">
              <a:schemeClr val="phClr">
                <a:tint val="55000"/>
              </a:schemeClr>
            </a:gs>
          </a:gsLst>
          <a:path path="circle">
            <a:fillToRect l="100000" t="100000" r="100000" b="100000"/>
          </a:path>
          <a:tileRect l="0" t="0" r="0" b="0"/>
        </a:gradFill>
        <a:gradFill>
          <a:gsLst>
            <a:gs pos="0">
              <a:schemeClr val="phClr">
                <a:shade val="85000"/>
              </a:schemeClr>
            </a:gs>
            <a:gs pos="34000">
              <a:schemeClr val="phClr">
                <a:shade val="87000"/>
              </a:schemeClr>
            </a:gs>
            <a:gs pos="70000">
              <a:schemeClr val="phClr">
                <a:tint val="100000"/>
                <a:shade val="90000"/>
              </a:schemeClr>
            </a:gs>
            <a:gs pos="100000">
              <a:schemeClr val="phClr">
                <a:tint val="100000"/>
                <a:shade val="100000"/>
              </a:schemeClr>
            </a:gs>
          </a:gsLst>
          <a:path path="circle">
            <a:fillToRect l="100000" t="100000" r="100000" b="100000"/>
          </a:path>
          <a:tileRect l="0" t="0" r="0" b="0"/>
        </a:gradFill>
      </a:fillStyleLst>
      <a:lnStyleLst>
        <a:ln w="12700" cap="flat" cmpd="sng" algn="ctr">
          <a:prstDash val="solid"/>
        </a:ln>
        <a:ln w="15875" cap="flat" cmpd="sng" algn="ctr">
          <a:prstDash val="solid"/>
        </a:ln>
        <a:ln w="254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</a:schemeClr>
        </a:solidFill>
        <a:gradFill>
          <a:gsLst>
            <a:gs pos="0">
              <a:schemeClr val="phClr">
                <a:tint val="96000"/>
                <a:shade val="99000"/>
              </a:schemeClr>
            </a:gs>
            <a:gs pos="65000">
              <a:schemeClr val="phClr">
                <a:tint val="100000"/>
                <a:shade val="80000"/>
              </a:schemeClr>
            </a:gs>
            <a:gs pos="100000">
              <a:schemeClr val="phClr">
                <a:tint val="100000"/>
                <a:shade val="48000"/>
              </a:schemeClr>
            </a:gs>
          </a:gsLst>
          <a:lin ang="16200000" scaled="0"/>
          <a:tileRect l="0" t="0" r="0" b="0"/>
        </a:gradFill>
      </a:bgFillStyleLst>
    </a:fmtScheme>
  </a:themeElements>
</a:theme>
</file>

<file path=ppt/theme/theme23.xml><?xml version="1.0" encoding="utf-8"?>
<a:theme xmlns:a="http://schemas.openxmlformats.org/drawingml/2006/main" xmlns:r="http://schemas.openxmlformats.org/officeDocument/2006/relationships" name="Retrospección">
  <a:themeElements>
    <a:clrScheme name="Retrospect">
      <a:dk1>
        <a:srgbClr val="000000"/>
      </a:dk1>
      <a:lt1>
        <a:srgbClr val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shade val="92000"/>
              </a:schemeClr>
            </a:gs>
            <a:gs pos="45000">
              <a:schemeClr val="phClr">
                <a:tint val="60000"/>
                <a:shade val="99000"/>
              </a:schemeClr>
            </a:gs>
            <a:gs pos="100000">
              <a:schemeClr val="phClr">
                <a:tint val="55000"/>
              </a:schemeClr>
            </a:gs>
          </a:gsLst>
          <a:path path="circle">
            <a:fillToRect l="100000" t="100000" r="100000" b="100000"/>
          </a:path>
          <a:tileRect l="0" t="0" r="0" b="0"/>
        </a:gradFill>
        <a:gradFill>
          <a:gsLst>
            <a:gs pos="0">
              <a:schemeClr val="phClr">
                <a:shade val="85000"/>
              </a:schemeClr>
            </a:gs>
            <a:gs pos="34000">
              <a:schemeClr val="phClr">
                <a:shade val="87000"/>
              </a:schemeClr>
            </a:gs>
            <a:gs pos="70000">
              <a:schemeClr val="phClr">
                <a:tint val="100000"/>
                <a:shade val="90000"/>
              </a:schemeClr>
            </a:gs>
            <a:gs pos="100000">
              <a:schemeClr val="phClr">
                <a:tint val="100000"/>
                <a:shade val="100000"/>
              </a:schemeClr>
            </a:gs>
          </a:gsLst>
          <a:path path="circle">
            <a:fillToRect l="100000" t="100000" r="100000" b="100000"/>
          </a:path>
          <a:tileRect l="0" t="0" r="0" b="0"/>
        </a:gradFill>
      </a:fillStyleLst>
      <a:lnStyleLst>
        <a:ln w="12700" cap="flat" cmpd="sng" algn="ctr">
          <a:prstDash val="solid"/>
        </a:ln>
        <a:ln w="15875" cap="flat" cmpd="sng" algn="ctr">
          <a:prstDash val="solid"/>
        </a:ln>
        <a:ln w="254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</a:schemeClr>
        </a:solidFill>
        <a:gradFill>
          <a:gsLst>
            <a:gs pos="0">
              <a:schemeClr val="phClr">
                <a:tint val="96000"/>
                <a:shade val="99000"/>
              </a:schemeClr>
            </a:gs>
            <a:gs pos="65000">
              <a:schemeClr val="phClr">
                <a:tint val="100000"/>
                <a:shade val="80000"/>
              </a:schemeClr>
            </a:gs>
            <a:gs pos="100000">
              <a:schemeClr val="phClr">
                <a:tint val="100000"/>
                <a:shade val="48000"/>
              </a:schemeClr>
            </a:gs>
          </a:gsLst>
          <a:lin ang="16200000" scaled="0"/>
          <a:tileRect l="0" t="0" r="0" b="0"/>
        </a:gradFill>
      </a:bgFillStyleLst>
    </a:fmtScheme>
  </a:themeElements>
</a:theme>
</file>

<file path=ppt/theme/theme24.xml><?xml version="1.0" encoding="utf-8"?>
<a:theme xmlns:a="http://schemas.openxmlformats.org/drawingml/2006/main" xmlns:r="http://schemas.openxmlformats.org/officeDocument/2006/relationships" name="Retrospección">
  <a:themeElements>
    <a:clrScheme name="Retrospect">
      <a:dk1>
        <a:srgbClr val="000000"/>
      </a:dk1>
      <a:lt1>
        <a:srgbClr val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shade val="92000"/>
              </a:schemeClr>
            </a:gs>
            <a:gs pos="45000">
              <a:schemeClr val="phClr">
                <a:tint val="60000"/>
                <a:shade val="99000"/>
              </a:schemeClr>
            </a:gs>
            <a:gs pos="100000">
              <a:schemeClr val="phClr">
                <a:tint val="55000"/>
              </a:schemeClr>
            </a:gs>
          </a:gsLst>
          <a:path path="circle">
            <a:fillToRect l="100000" t="100000" r="100000" b="100000"/>
          </a:path>
          <a:tileRect l="0" t="0" r="0" b="0"/>
        </a:gradFill>
        <a:gradFill>
          <a:gsLst>
            <a:gs pos="0">
              <a:schemeClr val="phClr">
                <a:shade val="85000"/>
              </a:schemeClr>
            </a:gs>
            <a:gs pos="34000">
              <a:schemeClr val="phClr">
                <a:shade val="87000"/>
              </a:schemeClr>
            </a:gs>
            <a:gs pos="70000">
              <a:schemeClr val="phClr">
                <a:tint val="100000"/>
                <a:shade val="90000"/>
              </a:schemeClr>
            </a:gs>
            <a:gs pos="100000">
              <a:schemeClr val="phClr">
                <a:tint val="100000"/>
                <a:shade val="100000"/>
              </a:schemeClr>
            </a:gs>
          </a:gsLst>
          <a:path path="circle">
            <a:fillToRect l="100000" t="100000" r="100000" b="100000"/>
          </a:path>
          <a:tileRect l="0" t="0" r="0" b="0"/>
        </a:gradFill>
      </a:fillStyleLst>
      <a:lnStyleLst>
        <a:ln w="12700" cap="flat" cmpd="sng" algn="ctr">
          <a:prstDash val="solid"/>
        </a:ln>
        <a:ln w="15875" cap="flat" cmpd="sng" algn="ctr">
          <a:prstDash val="solid"/>
        </a:ln>
        <a:ln w="254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</a:schemeClr>
        </a:solidFill>
        <a:gradFill>
          <a:gsLst>
            <a:gs pos="0">
              <a:schemeClr val="phClr">
                <a:tint val="96000"/>
                <a:shade val="99000"/>
              </a:schemeClr>
            </a:gs>
            <a:gs pos="65000">
              <a:schemeClr val="phClr">
                <a:tint val="100000"/>
                <a:shade val="80000"/>
              </a:schemeClr>
            </a:gs>
            <a:gs pos="100000">
              <a:schemeClr val="phClr">
                <a:tint val="100000"/>
                <a:shade val="48000"/>
              </a:schemeClr>
            </a:gs>
          </a:gsLst>
          <a:lin ang="16200000" scaled="0"/>
          <a:tileRect l="0" t="0" r="0" b="0"/>
        </a:gradFill>
      </a:bgFillStyleLst>
    </a:fmtScheme>
  </a:themeElements>
</a:theme>
</file>

<file path=ppt/theme/theme25.xml><?xml version="1.0" encoding="utf-8"?>
<a:theme xmlns:a="http://schemas.openxmlformats.org/drawingml/2006/main" xmlns:r="http://schemas.openxmlformats.org/officeDocument/2006/relationships" name="Retrospección">
  <a:themeElements>
    <a:clrScheme name="Retrospect">
      <a:dk1>
        <a:srgbClr val="000000"/>
      </a:dk1>
      <a:lt1>
        <a:srgbClr val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shade val="92000"/>
              </a:schemeClr>
            </a:gs>
            <a:gs pos="45000">
              <a:schemeClr val="phClr">
                <a:tint val="60000"/>
                <a:shade val="99000"/>
              </a:schemeClr>
            </a:gs>
            <a:gs pos="100000">
              <a:schemeClr val="phClr">
                <a:tint val="55000"/>
              </a:schemeClr>
            </a:gs>
          </a:gsLst>
          <a:path path="circle">
            <a:fillToRect l="100000" t="100000" r="100000" b="100000"/>
          </a:path>
          <a:tileRect l="0" t="0" r="0" b="0"/>
        </a:gradFill>
        <a:gradFill>
          <a:gsLst>
            <a:gs pos="0">
              <a:schemeClr val="phClr">
                <a:shade val="85000"/>
              </a:schemeClr>
            </a:gs>
            <a:gs pos="34000">
              <a:schemeClr val="phClr">
                <a:shade val="87000"/>
              </a:schemeClr>
            </a:gs>
            <a:gs pos="70000">
              <a:schemeClr val="phClr">
                <a:tint val="100000"/>
                <a:shade val="90000"/>
              </a:schemeClr>
            </a:gs>
            <a:gs pos="100000">
              <a:schemeClr val="phClr">
                <a:tint val="100000"/>
                <a:shade val="100000"/>
              </a:schemeClr>
            </a:gs>
          </a:gsLst>
          <a:path path="circle">
            <a:fillToRect l="100000" t="100000" r="100000" b="100000"/>
          </a:path>
          <a:tileRect l="0" t="0" r="0" b="0"/>
        </a:gradFill>
      </a:fillStyleLst>
      <a:lnStyleLst>
        <a:ln w="12700" cap="flat" cmpd="sng" algn="ctr">
          <a:prstDash val="solid"/>
        </a:ln>
        <a:ln w="15875" cap="flat" cmpd="sng" algn="ctr">
          <a:prstDash val="solid"/>
        </a:ln>
        <a:ln w="254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</a:schemeClr>
        </a:solidFill>
        <a:gradFill>
          <a:gsLst>
            <a:gs pos="0">
              <a:schemeClr val="phClr">
                <a:tint val="96000"/>
                <a:shade val="99000"/>
              </a:schemeClr>
            </a:gs>
            <a:gs pos="65000">
              <a:schemeClr val="phClr">
                <a:tint val="100000"/>
                <a:shade val="80000"/>
              </a:schemeClr>
            </a:gs>
            <a:gs pos="100000">
              <a:schemeClr val="phClr">
                <a:tint val="100000"/>
                <a:shade val="48000"/>
              </a:schemeClr>
            </a:gs>
          </a:gsLst>
          <a:lin ang="16200000" scaled="0"/>
          <a:tileRect l="0" t="0" r="0" b="0"/>
        </a:gradFill>
      </a:bgFillStyleLst>
    </a:fmtScheme>
  </a:themeElements>
</a:theme>
</file>

<file path=ppt/theme/theme26.xml><?xml version="1.0" encoding="utf-8"?>
<a:theme xmlns:a="http://schemas.openxmlformats.org/drawingml/2006/main" xmlns:r="http://schemas.openxmlformats.org/officeDocument/2006/relationships" name="Retrospección">
  <a:themeElements>
    <a:clrScheme name="Retrospect">
      <a:dk1>
        <a:srgbClr val="000000"/>
      </a:dk1>
      <a:lt1>
        <a:srgbClr val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shade val="92000"/>
              </a:schemeClr>
            </a:gs>
            <a:gs pos="45000">
              <a:schemeClr val="phClr">
                <a:tint val="60000"/>
                <a:shade val="99000"/>
              </a:schemeClr>
            </a:gs>
            <a:gs pos="100000">
              <a:schemeClr val="phClr">
                <a:tint val="55000"/>
              </a:schemeClr>
            </a:gs>
          </a:gsLst>
          <a:path path="circle">
            <a:fillToRect l="100000" t="100000" r="100000" b="100000"/>
          </a:path>
          <a:tileRect l="0" t="0" r="0" b="0"/>
        </a:gradFill>
        <a:gradFill>
          <a:gsLst>
            <a:gs pos="0">
              <a:schemeClr val="phClr">
                <a:shade val="85000"/>
              </a:schemeClr>
            </a:gs>
            <a:gs pos="34000">
              <a:schemeClr val="phClr">
                <a:shade val="87000"/>
              </a:schemeClr>
            </a:gs>
            <a:gs pos="70000">
              <a:schemeClr val="phClr">
                <a:tint val="100000"/>
                <a:shade val="90000"/>
              </a:schemeClr>
            </a:gs>
            <a:gs pos="100000">
              <a:schemeClr val="phClr">
                <a:tint val="100000"/>
                <a:shade val="100000"/>
              </a:schemeClr>
            </a:gs>
          </a:gsLst>
          <a:path path="circle">
            <a:fillToRect l="100000" t="100000" r="100000" b="100000"/>
          </a:path>
          <a:tileRect l="0" t="0" r="0" b="0"/>
        </a:gradFill>
      </a:fillStyleLst>
      <a:lnStyleLst>
        <a:ln w="12700" cap="flat" cmpd="sng" algn="ctr">
          <a:prstDash val="solid"/>
        </a:ln>
        <a:ln w="15875" cap="flat" cmpd="sng" algn="ctr">
          <a:prstDash val="solid"/>
        </a:ln>
        <a:ln w="254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</a:schemeClr>
        </a:solidFill>
        <a:gradFill>
          <a:gsLst>
            <a:gs pos="0">
              <a:schemeClr val="phClr">
                <a:tint val="96000"/>
                <a:shade val="99000"/>
              </a:schemeClr>
            </a:gs>
            <a:gs pos="65000">
              <a:schemeClr val="phClr">
                <a:tint val="100000"/>
                <a:shade val="80000"/>
              </a:schemeClr>
            </a:gs>
            <a:gs pos="100000">
              <a:schemeClr val="phClr">
                <a:tint val="100000"/>
                <a:shade val="48000"/>
              </a:schemeClr>
            </a:gs>
          </a:gsLst>
          <a:lin ang="16200000" scaled="0"/>
          <a:tileRect l="0" t="0" r="0" b="0"/>
        </a:gradFill>
      </a:bgFillStyleLst>
    </a:fmtScheme>
  </a:themeElements>
</a:theme>
</file>

<file path=ppt/theme/theme27.xml><?xml version="1.0" encoding="utf-8"?>
<a:theme xmlns:a="http://schemas.openxmlformats.org/drawingml/2006/main" xmlns:r="http://schemas.openxmlformats.org/officeDocument/2006/relationships" name="Retrospección">
  <a:themeElements>
    <a:clrScheme name="Retrospect">
      <a:dk1>
        <a:srgbClr val="000000"/>
      </a:dk1>
      <a:lt1>
        <a:srgbClr val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shade val="92000"/>
              </a:schemeClr>
            </a:gs>
            <a:gs pos="45000">
              <a:schemeClr val="phClr">
                <a:tint val="60000"/>
                <a:shade val="99000"/>
              </a:schemeClr>
            </a:gs>
            <a:gs pos="100000">
              <a:schemeClr val="phClr">
                <a:tint val="55000"/>
              </a:schemeClr>
            </a:gs>
          </a:gsLst>
          <a:path path="circle">
            <a:fillToRect l="100000" t="100000" r="100000" b="100000"/>
          </a:path>
          <a:tileRect l="0" t="0" r="0" b="0"/>
        </a:gradFill>
        <a:gradFill>
          <a:gsLst>
            <a:gs pos="0">
              <a:schemeClr val="phClr">
                <a:shade val="85000"/>
              </a:schemeClr>
            </a:gs>
            <a:gs pos="34000">
              <a:schemeClr val="phClr">
                <a:shade val="87000"/>
              </a:schemeClr>
            </a:gs>
            <a:gs pos="70000">
              <a:schemeClr val="phClr">
                <a:tint val="100000"/>
                <a:shade val="90000"/>
              </a:schemeClr>
            </a:gs>
            <a:gs pos="100000">
              <a:schemeClr val="phClr">
                <a:tint val="100000"/>
                <a:shade val="100000"/>
              </a:schemeClr>
            </a:gs>
          </a:gsLst>
          <a:path path="circle">
            <a:fillToRect l="100000" t="100000" r="100000" b="100000"/>
          </a:path>
          <a:tileRect l="0" t="0" r="0" b="0"/>
        </a:gradFill>
      </a:fillStyleLst>
      <a:lnStyleLst>
        <a:ln w="12700" cap="flat" cmpd="sng" algn="ctr">
          <a:prstDash val="solid"/>
        </a:ln>
        <a:ln w="15875" cap="flat" cmpd="sng" algn="ctr">
          <a:prstDash val="solid"/>
        </a:ln>
        <a:ln w="254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</a:schemeClr>
        </a:solidFill>
        <a:gradFill>
          <a:gsLst>
            <a:gs pos="0">
              <a:schemeClr val="phClr">
                <a:tint val="96000"/>
                <a:shade val="99000"/>
              </a:schemeClr>
            </a:gs>
            <a:gs pos="65000">
              <a:schemeClr val="phClr">
                <a:tint val="100000"/>
                <a:shade val="80000"/>
              </a:schemeClr>
            </a:gs>
            <a:gs pos="100000">
              <a:schemeClr val="phClr">
                <a:tint val="100000"/>
                <a:shade val="48000"/>
              </a:schemeClr>
            </a:gs>
          </a:gsLst>
          <a:lin ang="16200000" scaled="0"/>
          <a:tileRect l="0" t="0" r="0" b="0"/>
        </a:gradFill>
      </a:bgFillStyleLst>
    </a:fmtScheme>
  </a:themeElements>
</a:theme>
</file>

<file path=ppt/theme/theme28.xml><?xml version="1.0" encoding="utf-8"?>
<a:theme xmlns:a="http://schemas.openxmlformats.org/drawingml/2006/main" xmlns:r="http://schemas.openxmlformats.org/officeDocument/2006/relationships" name="Retrospección">
  <a:themeElements>
    <a:clrScheme name="Retrospect">
      <a:dk1>
        <a:srgbClr val="000000"/>
      </a:dk1>
      <a:lt1>
        <a:srgbClr val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shade val="92000"/>
              </a:schemeClr>
            </a:gs>
            <a:gs pos="45000">
              <a:schemeClr val="phClr">
                <a:tint val="60000"/>
                <a:shade val="99000"/>
              </a:schemeClr>
            </a:gs>
            <a:gs pos="100000">
              <a:schemeClr val="phClr">
                <a:tint val="55000"/>
              </a:schemeClr>
            </a:gs>
          </a:gsLst>
          <a:path path="circle">
            <a:fillToRect l="100000" t="100000" r="100000" b="100000"/>
          </a:path>
          <a:tileRect l="0" t="0" r="0" b="0"/>
        </a:gradFill>
        <a:gradFill>
          <a:gsLst>
            <a:gs pos="0">
              <a:schemeClr val="phClr">
                <a:shade val="85000"/>
              </a:schemeClr>
            </a:gs>
            <a:gs pos="34000">
              <a:schemeClr val="phClr">
                <a:shade val="87000"/>
              </a:schemeClr>
            </a:gs>
            <a:gs pos="70000">
              <a:schemeClr val="phClr">
                <a:tint val="100000"/>
                <a:shade val="90000"/>
              </a:schemeClr>
            </a:gs>
            <a:gs pos="100000">
              <a:schemeClr val="phClr">
                <a:tint val="100000"/>
                <a:shade val="100000"/>
              </a:schemeClr>
            </a:gs>
          </a:gsLst>
          <a:path path="circle">
            <a:fillToRect l="100000" t="100000" r="100000" b="100000"/>
          </a:path>
          <a:tileRect l="0" t="0" r="0" b="0"/>
        </a:gradFill>
      </a:fillStyleLst>
      <a:lnStyleLst>
        <a:ln w="12700" cap="flat" cmpd="sng" algn="ctr">
          <a:prstDash val="solid"/>
        </a:ln>
        <a:ln w="15875" cap="flat" cmpd="sng" algn="ctr">
          <a:prstDash val="solid"/>
        </a:ln>
        <a:ln w="254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</a:schemeClr>
        </a:solidFill>
        <a:gradFill>
          <a:gsLst>
            <a:gs pos="0">
              <a:schemeClr val="phClr">
                <a:tint val="96000"/>
                <a:shade val="99000"/>
              </a:schemeClr>
            </a:gs>
            <a:gs pos="65000">
              <a:schemeClr val="phClr">
                <a:tint val="100000"/>
                <a:shade val="80000"/>
              </a:schemeClr>
            </a:gs>
            <a:gs pos="100000">
              <a:schemeClr val="phClr">
                <a:tint val="100000"/>
                <a:shade val="48000"/>
              </a:schemeClr>
            </a:gs>
          </a:gsLst>
          <a:lin ang="16200000" scaled="0"/>
          <a:tileRect l="0" t="0" r="0" b="0"/>
        </a:gradFill>
      </a:bgFillStyleLst>
    </a:fmtScheme>
  </a:themeElements>
</a:theme>
</file>

<file path=ppt/theme/theme29.xml><?xml version="1.0" encoding="utf-8"?>
<a:theme xmlns:a="http://schemas.openxmlformats.org/drawingml/2006/main" xmlns:r="http://schemas.openxmlformats.org/officeDocument/2006/relationships" name="Retrospección">
  <a:themeElements>
    <a:clrScheme name="Retrospect">
      <a:dk1>
        <a:srgbClr val="000000"/>
      </a:dk1>
      <a:lt1>
        <a:srgbClr val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shade val="92000"/>
              </a:schemeClr>
            </a:gs>
            <a:gs pos="45000">
              <a:schemeClr val="phClr">
                <a:tint val="60000"/>
                <a:shade val="99000"/>
              </a:schemeClr>
            </a:gs>
            <a:gs pos="100000">
              <a:schemeClr val="phClr">
                <a:tint val="55000"/>
              </a:schemeClr>
            </a:gs>
          </a:gsLst>
          <a:path path="circle">
            <a:fillToRect l="100000" t="100000" r="100000" b="100000"/>
          </a:path>
          <a:tileRect l="0" t="0" r="0" b="0"/>
        </a:gradFill>
        <a:gradFill>
          <a:gsLst>
            <a:gs pos="0">
              <a:schemeClr val="phClr">
                <a:shade val="85000"/>
              </a:schemeClr>
            </a:gs>
            <a:gs pos="34000">
              <a:schemeClr val="phClr">
                <a:shade val="87000"/>
              </a:schemeClr>
            </a:gs>
            <a:gs pos="70000">
              <a:schemeClr val="phClr">
                <a:tint val="100000"/>
                <a:shade val="90000"/>
              </a:schemeClr>
            </a:gs>
            <a:gs pos="100000">
              <a:schemeClr val="phClr">
                <a:tint val="100000"/>
                <a:shade val="100000"/>
              </a:schemeClr>
            </a:gs>
          </a:gsLst>
          <a:path path="circle">
            <a:fillToRect l="100000" t="100000" r="100000" b="100000"/>
          </a:path>
          <a:tileRect l="0" t="0" r="0" b="0"/>
        </a:gradFill>
      </a:fillStyleLst>
      <a:lnStyleLst>
        <a:ln w="12700" cap="flat" cmpd="sng" algn="ctr">
          <a:prstDash val="solid"/>
        </a:ln>
        <a:ln w="15875" cap="flat" cmpd="sng" algn="ctr">
          <a:prstDash val="solid"/>
        </a:ln>
        <a:ln w="254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</a:schemeClr>
        </a:solidFill>
        <a:gradFill>
          <a:gsLst>
            <a:gs pos="0">
              <a:schemeClr val="phClr">
                <a:tint val="96000"/>
                <a:shade val="99000"/>
              </a:schemeClr>
            </a:gs>
            <a:gs pos="65000">
              <a:schemeClr val="phClr">
                <a:tint val="100000"/>
                <a:shade val="80000"/>
              </a:schemeClr>
            </a:gs>
            <a:gs pos="100000">
              <a:schemeClr val="phClr">
                <a:tint val="100000"/>
                <a:shade val="48000"/>
              </a:schemeClr>
            </a:gs>
          </a:gsLst>
          <a:lin ang="16200000" scaled="0"/>
          <a:tileRect l="0" t="0" r="0" b="0"/>
        </a:gradFill>
      </a:bgFillStyleLst>
    </a:fmtScheme>
  </a:themeElements>
</a:theme>
</file>

<file path=ppt/theme/theme30.xml><?xml version="1.0" encoding="utf-8"?>
<a:theme xmlns:a="http://schemas.openxmlformats.org/drawingml/2006/main" xmlns:r="http://schemas.openxmlformats.org/officeDocument/2006/relationships" name="Retrospección">
  <a:themeElements>
    <a:clrScheme name="Retrospect">
      <a:dk1>
        <a:srgbClr val="000000"/>
      </a:dk1>
      <a:lt1>
        <a:srgbClr val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shade val="92000"/>
              </a:schemeClr>
            </a:gs>
            <a:gs pos="45000">
              <a:schemeClr val="phClr">
                <a:tint val="60000"/>
                <a:shade val="99000"/>
              </a:schemeClr>
            </a:gs>
            <a:gs pos="100000">
              <a:schemeClr val="phClr">
                <a:tint val="55000"/>
              </a:schemeClr>
            </a:gs>
          </a:gsLst>
          <a:path path="circle">
            <a:fillToRect l="100000" t="100000" r="100000" b="100000"/>
          </a:path>
          <a:tileRect l="0" t="0" r="0" b="0"/>
        </a:gradFill>
        <a:gradFill>
          <a:gsLst>
            <a:gs pos="0">
              <a:schemeClr val="phClr">
                <a:shade val="85000"/>
              </a:schemeClr>
            </a:gs>
            <a:gs pos="34000">
              <a:schemeClr val="phClr">
                <a:shade val="87000"/>
              </a:schemeClr>
            </a:gs>
            <a:gs pos="70000">
              <a:schemeClr val="phClr">
                <a:tint val="100000"/>
                <a:shade val="90000"/>
              </a:schemeClr>
            </a:gs>
            <a:gs pos="100000">
              <a:schemeClr val="phClr">
                <a:tint val="100000"/>
                <a:shade val="100000"/>
              </a:schemeClr>
            </a:gs>
          </a:gsLst>
          <a:path path="circle">
            <a:fillToRect l="100000" t="100000" r="100000" b="100000"/>
          </a:path>
          <a:tileRect l="0" t="0" r="0" b="0"/>
        </a:gradFill>
      </a:fillStyleLst>
      <a:lnStyleLst>
        <a:ln w="12700" cap="flat" cmpd="sng" algn="ctr">
          <a:prstDash val="solid"/>
        </a:ln>
        <a:ln w="15875" cap="flat" cmpd="sng" algn="ctr">
          <a:prstDash val="solid"/>
        </a:ln>
        <a:ln w="254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</a:schemeClr>
        </a:solidFill>
        <a:gradFill>
          <a:gsLst>
            <a:gs pos="0">
              <a:schemeClr val="phClr">
                <a:tint val="96000"/>
                <a:shade val="99000"/>
              </a:schemeClr>
            </a:gs>
            <a:gs pos="65000">
              <a:schemeClr val="phClr">
                <a:tint val="100000"/>
                <a:shade val="80000"/>
              </a:schemeClr>
            </a:gs>
            <a:gs pos="100000">
              <a:schemeClr val="phClr">
                <a:tint val="100000"/>
                <a:shade val="48000"/>
              </a:schemeClr>
            </a:gs>
          </a:gsLst>
          <a:lin ang="16200000" scaled="0"/>
          <a:tileRect l="0" t="0" r="0" b="0"/>
        </a:gradFill>
      </a:bgFillStyleLst>
    </a:fmtScheme>
  </a:themeElements>
</a:theme>
</file>

<file path=ppt/theme/theme31.xml><?xml version="1.0" encoding="utf-8"?>
<a:theme xmlns:a="http://schemas.openxmlformats.org/drawingml/2006/main" xmlns:r="http://schemas.openxmlformats.org/officeDocument/2006/relationships" name="Retrospección">
  <a:themeElements>
    <a:clrScheme name="Retrospect">
      <a:dk1>
        <a:srgbClr val="000000"/>
      </a:dk1>
      <a:lt1>
        <a:srgbClr val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shade val="92000"/>
              </a:schemeClr>
            </a:gs>
            <a:gs pos="45000">
              <a:schemeClr val="phClr">
                <a:tint val="60000"/>
                <a:shade val="99000"/>
              </a:schemeClr>
            </a:gs>
            <a:gs pos="100000">
              <a:schemeClr val="phClr">
                <a:tint val="55000"/>
              </a:schemeClr>
            </a:gs>
          </a:gsLst>
          <a:path path="circle">
            <a:fillToRect l="100000" t="100000" r="100000" b="100000"/>
          </a:path>
          <a:tileRect l="0" t="0" r="0" b="0"/>
        </a:gradFill>
        <a:gradFill>
          <a:gsLst>
            <a:gs pos="0">
              <a:schemeClr val="phClr">
                <a:shade val="85000"/>
              </a:schemeClr>
            </a:gs>
            <a:gs pos="34000">
              <a:schemeClr val="phClr">
                <a:shade val="87000"/>
              </a:schemeClr>
            </a:gs>
            <a:gs pos="70000">
              <a:schemeClr val="phClr">
                <a:tint val="100000"/>
                <a:shade val="90000"/>
              </a:schemeClr>
            </a:gs>
            <a:gs pos="100000">
              <a:schemeClr val="phClr">
                <a:tint val="100000"/>
                <a:shade val="100000"/>
              </a:schemeClr>
            </a:gs>
          </a:gsLst>
          <a:path path="circle">
            <a:fillToRect l="100000" t="100000" r="100000" b="100000"/>
          </a:path>
          <a:tileRect l="0" t="0" r="0" b="0"/>
        </a:gradFill>
      </a:fillStyleLst>
      <a:lnStyleLst>
        <a:ln w="12700" cap="flat" cmpd="sng" algn="ctr">
          <a:prstDash val="solid"/>
        </a:ln>
        <a:ln w="15875" cap="flat" cmpd="sng" algn="ctr">
          <a:prstDash val="solid"/>
        </a:ln>
        <a:ln w="254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</a:schemeClr>
        </a:solidFill>
        <a:gradFill>
          <a:gsLst>
            <a:gs pos="0">
              <a:schemeClr val="phClr">
                <a:tint val="96000"/>
                <a:shade val="99000"/>
              </a:schemeClr>
            </a:gs>
            <a:gs pos="65000">
              <a:schemeClr val="phClr">
                <a:tint val="100000"/>
                <a:shade val="80000"/>
              </a:schemeClr>
            </a:gs>
            <a:gs pos="100000">
              <a:schemeClr val="phClr">
                <a:tint val="100000"/>
                <a:shade val="48000"/>
              </a:schemeClr>
            </a:gs>
          </a:gsLst>
          <a:lin ang="16200000" scaled="0"/>
          <a:tileRect l="0" t="0" r="0" b="0"/>
        </a:gradFill>
      </a:bgFillStyleLst>
    </a:fmtScheme>
  </a:themeElements>
</a:theme>
</file>

<file path=ppt/theme/theme32.xml><?xml version="1.0" encoding="utf-8"?>
<a:theme xmlns:a="http://schemas.openxmlformats.org/drawingml/2006/main" xmlns:r="http://schemas.openxmlformats.org/officeDocument/2006/relationships" name="Retrospección">
  <a:themeElements>
    <a:clrScheme name="Retrospect">
      <a:dk1>
        <a:srgbClr val="000000"/>
      </a:dk1>
      <a:lt1>
        <a:srgbClr val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shade val="92000"/>
              </a:schemeClr>
            </a:gs>
            <a:gs pos="45000">
              <a:schemeClr val="phClr">
                <a:tint val="60000"/>
                <a:shade val="99000"/>
              </a:schemeClr>
            </a:gs>
            <a:gs pos="100000">
              <a:schemeClr val="phClr">
                <a:tint val="55000"/>
              </a:schemeClr>
            </a:gs>
          </a:gsLst>
          <a:path path="circle">
            <a:fillToRect l="100000" t="100000" r="100000" b="100000"/>
          </a:path>
          <a:tileRect l="0" t="0" r="0" b="0"/>
        </a:gradFill>
        <a:gradFill>
          <a:gsLst>
            <a:gs pos="0">
              <a:schemeClr val="phClr">
                <a:shade val="85000"/>
              </a:schemeClr>
            </a:gs>
            <a:gs pos="34000">
              <a:schemeClr val="phClr">
                <a:shade val="87000"/>
              </a:schemeClr>
            </a:gs>
            <a:gs pos="70000">
              <a:schemeClr val="phClr">
                <a:tint val="100000"/>
                <a:shade val="90000"/>
              </a:schemeClr>
            </a:gs>
            <a:gs pos="100000">
              <a:schemeClr val="phClr">
                <a:tint val="100000"/>
                <a:shade val="100000"/>
              </a:schemeClr>
            </a:gs>
          </a:gsLst>
          <a:path path="circle">
            <a:fillToRect l="100000" t="100000" r="100000" b="100000"/>
          </a:path>
          <a:tileRect l="0" t="0" r="0" b="0"/>
        </a:gradFill>
      </a:fillStyleLst>
      <a:lnStyleLst>
        <a:ln w="12700" cap="flat" cmpd="sng" algn="ctr">
          <a:prstDash val="solid"/>
        </a:ln>
        <a:ln w="15875" cap="flat" cmpd="sng" algn="ctr">
          <a:prstDash val="solid"/>
        </a:ln>
        <a:ln w="254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</a:schemeClr>
        </a:solidFill>
        <a:gradFill>
          <a:gsLst>
            <a:gs pos="0">
              <a:schemeClr val="phClr">
                <a:tint val="96000"/>
                <a:shade val="99000"/>
              </a:schemeClr>
            </a:gs>
            <a:gs pos="65000">
              <a:schemeClr val="phClr">
                <a:tint val="100000"/>
                <a:shade val="80000"/>
              </a:schemeClr>
            </a:gs>
            <a:gs pos="100000">
              <a:schemeClr val="phClr">
                <a:tint val="100000"/>
                <a:shade val="48000"/>
              </a:schemeClr>
            </a:gs>
          </a:gsLst>
          <a:lin ang="16200000" scaled="0"/>
          <a:tileRect l="0" t="0" r="0" b="0"/>
        </a:gradFill>
      </a:bgFillStyleLst>
    </a:fmtScheme>
  </a:themeElements>
</a:theme>
</file>

<file path=ppt/theme/theme33.xml><?xml version="1.0" encoding="utf-8"?>
<a:theme xmlns:a="http://schemas.openxmlformats.org/drawingml/2006/main" xmlns:r="http://schemas.openxmlformats.org/officeDocument/2006/relationships" name="Retrospección">
  <a:themeElements>
    <a:clrScheme name="Retrospect">
      <a:dk1>
        <a:srgbClr val="000000"/>
      </a:dk1>
      <a:lt1>
        <a:srgbClr val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shade val="92000"/>
              </a:schemeClr>
            </a:gs>
            <a:gs pos="45000">
              <a:schemeClr val="phClr">
                <a:tint val="60000"/>
                <a:shade val="99000"/>
              </a:schemeClr>
            </a:gs>
            <a:gs pos="100000">
              <a:schemeClr val="phClr">
                <a:tint val="55000"/>
              </a:schemeClr>
            </a:gs>
          </a:gsLst>
          <a:path path="circle">
            <a:fillToRect l="100000" t="100000" r="100000" b="100000"/>
          </a:path>
          <a:tileRect l="0" t="0" r="0" b="0"/>
        </a:gradFill>
        <a:gradFill>
          <a:gsLst>
            <a:gs pos="0">
              <a:schemeClr val="phClr">
                <a:shade val="85000"/>
              </a:schemeClr>
            </a:gs>
            <a:gs pos="34000">
              <a:schemeClr val="phClr">
                <a:shade val="87000"/>
              </a:schemeClr>
            </a:gs>
            <a:gs pos="70000">
              <a:schemeClr val="phClr">
                <a:tint val="100000"/>
                <a:shade val="90000"/>
              </a:schemeClr>
            </a:gs>
            <a:gs pos="100000">
              <a:schemeClr val="phClr">
                <a:tint val="100000"/>
                <a:shade val="100000"/>
              </a:schemeClr>
            </a:gs>
          </a:gsLst>
          <a:path path="circle">
            <a:fillToRect l="100000" t="100000" r="100000" b="100000"/>
          </a:path>
          <a:tileRect l="0" t="0" r="0" b="0"/>
        </a:gradFill>
      </a:fillStyleLst>
      <a:lnStyleLst>
        <a:ln w="12700" cap="flat" cmpd="sng" algn="ctr">
          <a:prstDash val="solid"/>
        </a:ln>
        <a:ln w="15875" cap="flat" cmpd="sng" algn="ctr">
          <a:prstDash val="solid"/>
        </a:ln>
        <a:ln w="254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</a:schemeClr>
        </a:solidFill>
        <a:gradFill>
          <a:gsLst>
            <a:gs pos="0">
              <a:schemeClr val="phClr">
                <a:tint val="96000"/>
                <a:shade val="99000"/>
              </a:schemeClr>
            </a:gs>
            <a:gs pos="65000">
              <a:schemeClr val="phClr">
                <a:tint val="100000"/>
                <a:shade val="80000"/>
              </a:schemeClr>
            </a:gs>
            <a:gs pos="100000">
              <a:schemeClr val="phClr">
                <a:tint val="100000"/>
                <a:shade val="48000"/>
              </a:schemeClr>
            </a:gs>
          </a:gsLst>
          <a:lin ang="16200000" scaled="0"/>
          <a:tileRect l="0" t="0" r="0" b="0"/>
        </a:gradFill>
      </a:bgFillStyleLst>
    </a:fmtScheme>
  </a:themeElements>
</a:theme>
</file>

<file path=ppt/theme/theme34.xml><?xml version="1.0" encoding="utf-8"?>
<a:theme xmlns:a="http://schemas.openxmlformats.org/drawingml/2006/main" xmlns:r="http://schemas.openxmlformats.org/officeDocument/2006/relationships" name="Retrospección">
  <a:themeElements>
    <a:clrScheme name="Retrospect">
      <a:dk1>
        <a:srgbClr val="000000"/>
      </a:dk1>
      <a:lt1>
        <a:srgbClr val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shade val="92000"/>
              </a:schemeClr>
            </a:gs>
            <a:gs pos="45000">
              <a:schemeClr val="phClr">
                <a:tint val="60000"/>
                <a:shade val="99000"/>
              </a:schemeClr>
            </a:gs>
            <a:gs pos="100000">
              <a:schemeClr val="phClr">
                <a:tint val="55000"/>
              </a:schemeClr>
            </a:gs>
          </a:gsLst>
          <a:path path="circle">
            <a:fillToRect l="100000" t="100000" r="100000" b="100000"/>
          </a:path>
          <a:tileRect l="0" t="0" r="0" b="0"/>
        </a:gradFill>
        <a:gradFill>
          <a:gsLst>
            <a:gs pos="0">
              <a:schemeClr val="phClr">
                <a:shade val="85000"/>
              </a:schemeClr>
            </a:gs>
            <a:gs pos="34000">
              <a:schemeClr val="phClr">
                <a:shade val="87000"/>
              </a:schemeClr>
            </a:gs>
            <a:gs pos="70000">
              <a:schemeClr val="phClr">
                <a:tint val="100000"/>
                <a:shade val="90000"/>
              </a:schemeClr>
            </a:gs>
            <a:gs pos="100000">
              <a:schemeClr val="phClr">
                <a:tint val="100000"/>
                <a:shade val="100000"/>
              </a:schemeClr>
            </a:gs>
          </a:gsLst>
          <a:path path="circle">
            <a:fillToRect l="100000" t="100000" r="100000" b="100000"/>
          </a:path>
          <a:tileRect l="0" t="0" r="0" b="0"/>
        </a:gradFill>
      </a:fillStyleLst>
      <a:lnStyleLst>
        <a:ln w="12700" cap="flat" cmpd="sng" algn="ctr">
          <a:prstDash val="solid"/>
        </a:ln>
        <a:ln w="15875" cap="flat" cmpd="sng" algn="ctr">
          <a:prstDash val="solid"/>
        </a:ln>
        <a:ln w="254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</a:schemeClr>
        </a:solidFill>
        <a:gradFill>
          <a:gsLst>
            <a:gs pos="0">
              <a:schemeClr val="phClr">
                <a:tint val="96000"/>
                <a:shade val="99000"/>
              </a:schemeClr>
            </a:gs>
            <a:gs pos="65000">
              <a:schemeClr val="phClr">
                <a:tint val="100000"/>
                <a:shade val="80000"/>
              </a:schemeClr>
            </a:gs>
            <a:gs pos="100000">
              <a:schemeClr val="phClr">
                <a:tint val="100000"/>
                <a:shade val="48000"/>
              </a:schemeClr>
            </a:gs>
          </a:gsLst>
          <a:lin ang="16200000" scaled="0"/>
          <a:tileRect l="0" t="0" r="0" b="0"/>
        </a:gradFill>
      </a:bgFillStyleLst>
    </a:fmtScheme>
  </a:themeElements>
</a:theme>
</file>

<file path=ppt/theme/theme35.xml><?xml version="1.0" encoding="utf-8"?>
<a:theme xmlns:a="http://schemas.openxmlformats.org/drawingml/2006/main" xmlns:r="http://schemas.openxmlformats.org/officeDocument/2006/relationships" name="Retrospección">
  <a:themeElements>
    <a:clrScheme name="Retrospect">
      <a:dk1>
        <a:srgbClr val="000000"/>
      </a:dk1>
      <a:lt1>
        <a:srgbClr val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shade val="92000"/>
              </a:schemeClr>
            </a:gs>
            <a:gs pos="45000">
              <a:schemeClr val="phClr">
                <a:tint val="60000"/>
                <a:shade val="99000"/>
              </a:schemeClr>
            </a:gs>
            <a:gs pos="100000">
              <a:schemeClr val="phClr">
                <a:tint val="55000"/>
              </a:schemeClr>
            </a:gs>
          </a:gsLst>
          <a:path path="circle">
            <a:fillToRect l="100000" t="100000" r="100000" b="100000"/>
          </a:path>
          <a:tileRect l="0" t="0" r="0" b="0"/>
        </a:gradFill>
        <a:gradFill>
          <a:gsLst>
            <a:gs pos="0">
              <a:schemeClr val="phClr">
                <a:shade val="85000"/>
              </a:schemeClr>
            </a:gs>
            <a:gs pos="34000">
              <a:schemeClr val="phClr">
                <a:shade val="87000"/>
              </a:schemeClr>
            </a:gs>
            <a:gs pos="70000">
              <a:schemeClr val="phClr">
                <a:tint val="100000"/>
                <a:shade val="90000"/>
              </a:schemeClr>
            </a:gs>
            <a:gs pos="100000">
              <a:schemeClr val="phClr">
                <a:tint val="100000"/>
                <a:shade val="100000"/>
              </a:schemeClr>
            </a:gs>
          </a:gsLst>
          <a:path path="circle">
            <a:fillToRect l="100000" t="100000" r="100000" b="100000"/>
          </a:path>
          <a:tileRect l="0" t="0" r="0" b="0"/>
        </a:gradFill>
      </a:fillStyleLst>
      <a:lnStyleLst>
        <a:ln w="12700" cap="flat" cmpd="sng" algn="ctr">
          <a:prstDash val="solid"/>
        </a:ln>
        <a:ln w="15875" cap="flat" cmpd="sng" algn="ctr">
          <a:prstDash val="solid"/>
        </a:ln>
        <a:ln w="254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</a:schemeClr>
        </a:solidFill>
        <a:gradFill>
          <a:gsLst>
            <a:gs pos="0">
              <a:schemeClr val="phClr">
                <a:tint val="96000"/>
                <a:shade val="99000"/>
              </a:schemeClr>
            </a:gs>
            <a:gs pos="65000">
              <a:schemeClr val="phClr">
                <a:tint val="100000"/>
                <a:shade val="80000"/>
              </a:schemeClr>
            </a:gs>
            <a:gs pos="100000">
              <a:schemeClr val="phClr">
                <a:tint val="100000"/>
                <a:shade val="48000"/>
              </a:schemeClr>
            </a:gs>
          </a:gsLst>
          <a:lin ang="16200000" scaled="0"/>
          <a:tileRect l="0" t="0" r="0" b="0"/>
        </a:gradFill>
      </a:bgFillStyleLst>
    </a:fmtScheme>
  </a:themeElements>
</a:theme>
</file>

<file path=ppt/theme/theme36.xml><?xml version="1.0" encoding="utf-8"?>
<a:theme xmlns:a="http://schemas.openxmlformats.org/drawingml/2006/main" xmlns:r="http://schemas.openxmlformats.org/officeDocument/2006/relationships" name="Retrospección">
  <a:themeElements>
    <a:clrScheme name="Retrospect">
      <a:dk1>
        <a:srgbClr val="000000"/>
      </a:dk1>
      <a:lt1>
        <a:srgbClr val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shade val="92000"/>
              </a:schemeClr>
            </a:gs>
            <a:gs pos="45000">
              <a:schemeClr val="phClr">
                <a:tint val="60000"/>
                <a:shade val="99000"/>
              </a:schemeClr>
            </a:gs>
            <a:gs pos="100000">
              <a:schemeClr val="phClr">
                <a:tint val="55000"/>
              </a:schemeClr>
            </a:gs>
          </a:gsLst>
          <a:path path="circle">
            <a:fillToRect l="100000" t="100000" r="100000" b="100000"/>
          </a:path>
          <a:tileRect l="0" t="0" r="0" b="0"/>
        </a:gradFill>
        <a:gradFill>
          <a:gsLst>
            <a:gs pos="0">
              <a:schemeClr val="phClr">
                <a:shade val="85000"/>
              </a:schemeClr>
            </a:gs>
            <a:gs pos="34000">
              <a:schemeClr val="phClr">
                <a:shade val="87000"/>
              </a:schemeClr>
            </a:gs>
            <a:gs pos="70000">
              <a:schemeClr val="phClr">
                <a:tint val="100000"/>
                <a:shade val="90000"/>
              </a:schemeClr>
            </a:gs>
            <a:gs pos="100000">
              <a:schemeClr val="phClr">
                <a:tint val="100000"/>
                <a:shade val="100000"/>
              </a:schemeClr>
            </a:gs>
          </a:gsLst>
          <a:path path="circle">
            <a:fillToRect l="100000" t="100000" r="100000" b="100000"/>
          </a:path>
          <a:tileRect l="0" t="0" r="0" b="0"/>
        </a:gradFill>
      </a:fillStyleLst>
      <a:lnStyleLst>
        <a:ln w="12700" cap="flat" cmpd="sng" algn="ctr">
          <a:prstDash val="solid"/>
        </a:ln>
        <a:ln w="15875" cap="flat" cmpd="sng" algn="ctr">
          <a:prstDash val="solid"/>
        </a:ln>
        <a:ln w="254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</a:schemeClr>
        </a:solidFill>
        <a:gradFill>
          <a:gsLst>
            <a:gs pos="0">
              <a:schemeClr val="phClr">
                <a:tint val="96000"/>
                <a:shade val="99000"/>
              </a:schemeClr>
            </a:gs>
            <a:gs pos="65000">
              <a:schemeClr val="phClr">
                <a:tint val="100000"/>
                <a:shade val="80000"/>
              </a:schemeClr>
            </a:gs>
            <a:gs pos="100000">
              <a:schemeClr val="phClr">
                <a:tint val="100000"/>
                <a:shade val="48000"/>
              </a:schemeClr>
            </a:gs>
          </a:gsLst>
          <a:lin ang="16200000" scaled="0"/>
          <a:tileRect l="0" t="0" r="0" b="0"/>
        </a:gradFill>
      </a:bgFillStyleLst>
    </a:fmtScheme>
  </a:themeElements>
</a:theme>
</file>

<file path=ppt/theme/theme37.xml><?xml version="1.0" encoding="utf-8"?>
<a:theme xmlns:a="http://schemas.openxmlformats.org/drawingml/2006/main" xmlns:r="http://schemas.openxmlformats.org/officeDocument/2006/relationships" name="Retrospección">
  <a:themeElements>
    <a:clrScheme name="Retrospect">
      <a:dk1>
        <a:srgbClr val="000000"/>
      </a:dk1>
      <a:lt1>
        <a:srgbClr val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shade val="92000"/>
              </a:schemeClr>
            </a:gs>
            <a:gs pos="45000">
              <a:schemeClr val="phClr">
                <a:tint val="60000"/>
                <a:shade val="99000"/>
              </a:schemeClr>
            </a:gs>
            <a:gs pos="100000">
              <a:schemeClr val="phClr">
                <a:tint val="55000"/>
              </a:schemeClr>
            </a:gs>
          </a:gsLst>
          <a:path path="circle">
            <a:fillToRect l="100000" t="100000" r="100000" b="100000"/>
          </a:path>
          <a:tileRect l="0" t="0" r="0" b="0"/>
        </a:gradFill>
        <a:gradFill>
          <a:gsLst>
            <a:gs pos="0">
              <a:schemeClr val="phClr">
                <a:shade val="85000"/>
              </a:schemeClr>
            </a:gs>
            <a:gs pos="34000">
              <a:schemeClr val="phClr">
                <a:shade val="87000"/>
              </a:schemeClr>
            </a:gs>
            <a:gs pos="70000">
              <a:schemeClr val="phClr">
                <a:tint val="100000"/>
                <a:shade val="90000"/>
              </a:schemeClr>
            </a:gs>
            <a:gs pos="100000">
              <a:schemeClr val="phClr">
                <a:tint val="100000"/>
                <a:shade val="100000"/>
              </a:schemeClr>
            </a:gs>
          </a:gsLst>
          <a:path path="circle">
            <a:fillToRect l="100000" t="100000" r="100000" b="100000"/>
          </a:path>
          <a:tileRect l="0" t="0" r="0" b="0"/>
        </a:gradFill>
      </a:fillStyleLst>
      <a:lnStyleLst>
        <a:ln w="12700" cap="flat" cmpd="sng" algn="ctr">
          <a:prstDash val="solid"/>
        </a:ln>
        <a:ln w="15875" cap="flat" cmpd="sng" algn="ctr">
          <a:prstDash val="solid"/>
        </a:ln>
        <a:ln w="254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</a:schemeClr>
        </a:solidFill>
        <a:gradFill>
          <a:gsLst>
            <a:gs pos="0">
              <a:schemeClr val="phClr">
                <a:tint val="96000"/>
                <a:shade val="99000"/>
              </a:schemeClr>
            </a:gs>
            <a:gs pos="65000">
              <a:schemeClr val="phClr">
                <a:tint val="100000"/>
                <a:shade val="80000"/>
              </a:schemeClr>
            </a:gs>
            <a:gs pos="100000">
              <a:schemeClr val="phClr">
                <a:tint val="100000"/>
                <a:shade val="48000"/>
              </a:schemeClr>
            </a:gs>
          </a:gsLst>
          <a:lin ang="16200000" scaled="0"/>
          <a:tileRect l="0" t="0" r="0" b="0"/>
        </a:gradFill>
      </a:bgFillStyleLst>
    </a:fmtScheme>
  </a:themeElements>
</a:theme>
</file>

<file path=ppt/theme/theme38.xml><?xml version="1.0" encoding="utf-8"?>
<a:theme xmlns:a="http://schemas.openxmlformats.org/drawingml/2006/main" xmlns:r="http://schemas.openxmlformats.org/officeDocument/2006/relationships" name="Retrospección">
  <a:themeElements>
    <a:clrScheme name="Retrospect">
      <a:dk1>
        <a:srgbClr val="000000"/>
      </a:dk1>
      <a:lt1>
        <a:srgbClr val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shade val="92000"/>
              </a:schemeClr>
            </a:gs>
            <a:gs pos="45000">
              <a:schemeClr val="phClr">
                <a:tint val="60000"/>
                <a:shade val="99000"/>
              </a:schemeClr>
            </a:gs>
            <a:gs pos="100000">
              <a:schemeClr val="phClr">
                <a:tint val="55000"/>
              </a:schemeClr>
            </a:gs>
          </a:gsLst>
          <a:path path="circle">
            <a:fillToRect l="100000" t="100000" r="100000" b="100000"/>
          </a:path>
          <a:tileRect l="0" t="0" r="0" b="0"/>
        </a:gradFill>
        <a:gradFill>
          <a:gsLst>
            <a:gs pos="0">
              <a:schemeClr val="phClr">
                <a:shade val="85000"/>
              </a:schemeClr>
            </a:gs>
            <a:gs pos="34000">
              <a:schemeClr val="phClr">
                <a:shade val="87000"/>
              </a:schemeClr>
            </a:gs>
            <a:gs pos="70000">
              <a:schemeClr val="phClr">
                <a:tint val="100000"/>
                <a:shade val="90000"/>
              </a:schemeClr>
            </a:gs>
            <a:gs pos="100000">
              <a:schemeClr val="phClr">
                <a:tint val="100000"/>
                <a:shade val="100000"/>
              </a:schemeClr>
            </a:gs>
          </a:gsLst>
          <a:path path="circle">
            <a:fillToRect l="100000" t="100000" r="100000" b="100000"/>
          </a:path>
          <a:tileRect l="0" t="0" r="0" b="0"/>
        </a:gradFill>
      </a:fillStyleLst>
      <a:lnStyleLst>
        <a:ln w="12700" cap="flat" cmpd="sng" algn="ctr">
          <a:prstDash val="solid"/>
        </a:ln>
        <a:ln w="15875" cap="flat" cmpd="sng" algn="ctr">
          <a:prstDash val="solid"/>
        </a:ln>
        <a:ln w="254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</a:schemeClr>
        </a:solidFill>
        <a:gradFill>
          <a:gsLst>
            <a:gs pos="0">
              <a:schemeClr val="phClr">
                <a:tint val="96000"/>
                <a:shade val="99000"/>
              </a:schemeClr>
            </a:gs>
            <a:gs pos="65000">
              <a:schemeClr val="phClr">
                <a:tint val="100000"/>
                <a:shade val="80000"/>
              </a:schemeClr>
            </a:gs>
            <a:gs pos="100000">
              <a:schemeClr val="phClr">
                <a:tint val="100000"/>
                <a:shade val="48000"/>
              </a:schemeClr>
            </a:gs>
          </a:gsLst>
          <a:lin ang="16200000" scaled="0"/>
          <a:tileRect l="0" t="0" r="0" b="0"/>
        </a:gradFill>
      </a:bgFillStyleLst>
    </a:fmtScheme>
  </a:themeElements>
</a:theme>
</file>

<file path=ppt/theme/theme39.xml><?xml version="1.0" encoding="utf-8"?>
<a:theme xmlns:a="http://schemas.openxmlformats.org/drawingml/2006/main" xmlns:r="http://schemas.openxmlformats.org/officeDocument/2006/relationships" name="Retrospección">
  <a:themeElements>
    <a:clrScheme name="Retrospect">
      <a:dk1>
        <a:srgbClr val="000000"/>
      </a:dk1>
      <a:lt1>
        <a:srgbClr val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shade val="92000"/>
              </a:schemeClr>
            </a:gs>
            <a:gs pos="45000">
              <a:schemeClr val="phClr">
                <a:tint val="60000"/>
                <a:shade val="99000"/>
              </a:schemeClr>
            </a:gs>
            <a:gs pos="100000">
              <a:schemeClr val="phClr">
                <a:tint val="55000"/>
              </a:schemeClr>
            </a:gs>
          </a:gsLst>
          <a:path path="circle">
            <a:fillToRect l="100000" t="100000" r="100000" b="100000"/>
          </a:path>
          <a:tileRect l="0" t="0" r="0" b="0"/>
        </a:gradFill>
        <a:gradFill>
          <a:gsLst>
            <a:gs pos="0">
              <a:schemeClr val="phClr">
                <a:shade val="85000"/>
              </a:schemeClr>
            </a:gs>
            <a:gs pos="34000">
              <a:schemeClr val="phClr">
                <a:shade val="87000"/>
              </a:schemeClr>
            </a:gs>
            <a:gs pos="70000">
              <a:schemeClr val="phClr">
                <a:tint val="100000"/>
                <a:shade val="90000"/>
              </a:schemeClr>
            </a:gs>
            <a:gs pos="100000">
              <a:schemeClr val="phClr">
                <a:tint val="100000"/>
                <a:shade val="100000"/>
              </a:schemeClr>
            </a:gs>
          </a:gsLst>
          <a:path path="circle">
            <a:fillToRect l="100000" t="100000" r="100000" b="100000"/>
          </a:path>
          <a:tileRect l="0" t="0" r="0" b="0"/>
        </a:gradFill>
      </a:fillStyleLst>
      <a:lnStyleLst>
        <a:ln w="12700" cap="flat" cmpd="sng" algn="ctr">
          <a:prstDash val="solid"/>
        </a:ln>
        <a:ln w="15875" cap="flat" cmpd="sng" algn="ctr">
          <a:prstDash val="solid"/>
        </a:ln>
        <a:ln w="254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</a:schemeClr>
        </a:solidFill>
        <a:gradFill>
          <a:gsLst>
            <a:gs pos="0">
              <a:schemeClr val="phClr">
                <a:tint val="96000"/>
                <a:shade val="99000"/>
              </a:schemeClr>
            </a:gs>
            <a:gs pos="65000">
              <a:schemeClr val="phClr">
                <a:tint val="100000"/>
                <a:shade val="80000"/>
              </a:schemeClr>
            </a:gs>
            <a:gs pos="100000">
              <a:schemeClr val="phClr">
                <a:tint val="100000"/>
                <a:shade val="48000"/>
              </a:schemeClr>
            </a:gs>
          </a:gsLst>
          <a:lin ang="16200000" scaled="0"/>
          <a:tileRect l="0" t="0" r="0" b="0"/>
        </a:gradFill>
      </a:bgFillStyleLst>
    </a:fmtScheme>
  </a:themeElements>
</a:theme>
</file>

<file path=ppt/theme/theme40.xml><?xml version="1.0" encoding="utf-8"?>
<a:theme xmlns:a="http://schemas.openxmlformats.org/drawingml/2006/main" xmlns:r="http://schemas.openxmlformats.org/officeDocument/2006/relationships" name="Retrospección">
  <a:themeElements>
    <a:clrScheme name="Retrospect">
      <a:dk1>
        <a:srgbClr val="000000"/>
      </a:dk1>
      <a:lt1>
        <a:srgbClr val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shade val="92000"/>
              </a:schemeClr>
            </a:gs>
            <a:gs pos="45000">
              <a:schemeClr val="phClr">
                <a:tint val="60000"/>
                <a:shade val="99000"/>
              </a:schemeClr>
            </a:gs>
            <a:gs pos="100000">
              <a:schemeClr val="phClr">
                <a:tint val="55000"/>
              </a:schemeClr>
            </a:gs>
          </a:gsLst>
          <a:path path="circle">
            <a:fillToRect l="100000" t="100000" r="100000" b="100000"/>
          </a:path>
          <a:tileRect l="0" t="0" r="0" b="0"/>
        </a:gradFill>
        <a:gradFill>
          <a:gsLst>
            <a:gs pos="0">
              <a:schemeClr val="phClr">
                <a:shade val="85000"/>
              </a:schemeClr>
            </a:gs>
            <a:gs pos="34000">
              <a:schemeClr val="phClr">
                <a:shade val="87000"/>
              </a:schemeClr>
            </a:gs>
            <a:gs pos="70000">
              <a:schemeClr val="phClr">
                <a:tint val="100000"/>
                <a:shade val="90000"/>
              </a:schemeClr>
            </a:gs>
            <a:gs pos="100000">
              <a:schemeClr val="phClr">
                <a:tint val="100000"/>
                <a:shade val="100000"/>
              </a:schemeClr>
            </a:gs>
          </a:gsLst>
          <a:path path="circle">
            <a:fillToRect l="100000" t="100000" r="100000" b="100000"/>
          </a:path>
          <a:tileRect l="0" t="0" r="0" b="0"/>
        </a:gradFill>
      </a:fillStyleLst>
      <a:lnStyleLst>
        <a:ln w="12700" cap="flat" cmpd="sng" algn="ctr">
          <a:prstDash val="solid"/>
        </a:ln>
        <a:ln w="15875" cap="flat" cmpd="sng" algn="ctr">
          <a:prstDash val="solid"/>
        </a:ln>
        <a:ln w="254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</a:schemeClr>
        </a:solidFill>
        <a:gradFill>
          <a:gsLst>
            <a:gs pos="0">
              <a:schemeClr val="phClr">
                <a:tint val="96000"/>
                <a:shade val="99000"/>
              </a:schemeClr>
            </a:gs>
            <a:gs pos="65000">
              <a:schemeClr val="phClr">
                <a:tint val="100000"/>
                <a:shade val="80000"/>
              </a:schemeClr>
            </a:gs>
            <a:gs pos="100000">
              <a:schemeClr val="phClr">
                <a:tint val="100000"/>
                <a:shade val="48000"/>
              </a:schemeClr>
            </a:gs>
          </a:gsLst>
          <a:lin ang="16200000" scaled="0"/>
          <a:tileRect l="0" t="0" r="0" b="0"/>
        </a:gradFill>
      </a:bgFillStyleLst>
    </a:fmtScheme>
  </a:themeElements>
</a:theme>
</file>

<file path=ppt/theme/theme41.xml><?xml version="1.0" encoding="utf-8"?>
<a:theme xmlns:a="http://schemas.openxmlformats.org/drawingml/2006/main" xmlns:r="http://schemas.openxmlformats.org/officeDocument/2006/relationships" name="Retrospección">
  <a:themeElements>
    <a:clrScheme name="Retrospect">
      <a:dk1>
        <a:srgbClr val="000000"/>
      </a:dk1>
      <a:lt1>
        <a:srgbClr val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shade val="92000"/>
              </a:schemeClr>
            </a:gs>
            <a:gs pos="45000">
              <a:schemeClr val="phClr">
                <a:tint val="60000"/>
                <a:shade val="99000"/>
              </a:schemeClr>
            </a:gs>
            <a:gs pos="100000">
              <a:schemeClr val="phClr">
                <a:tint val="55000"/>
              </a:schemeClr>
            </a:gs>
          </a:gsLst>
          <a:path path="circle">
            <a:fillToRect l="100000" t="100000" r="100000" b="100000"/>
          </a:path>
          <a:tileRect l="0" t="0" r="0" b="0"/>
        </a:gradFill>
        <a:gradFill>
          <a:gsLst>
            <a:gs pos="0">
              <a:schemeClr val="phClr">
                <a:shade val="85000"/>
              </a:schemeClr>
            </a:gs>
            <a:gs pos="34000">
              <a:schemeClr val="phClr">
                <a:shade val="87000"/>
              </a:schemeClr>
            </a:gs>
            <a:gs pos="70000">
              <a:schemeClr val="phClr">
                <a:tint val="100000"/>
                <a:shade val="90000"/>
              </a:schemeClr>
            </a:gs>
            <a:gs pos="100000">
              <a:schemeClr val="phClr">
                <a:tint val="100000"/>
                <a:shade val="100000"/>
              </a:schemeClr>
            </a:gs>
          </a:gsLst>
          <a:path path="circle">
            <a:fillToRect l="100000" t="100000" r="100000" b="100000"/>
          </a:path>
          <a:tileRect l="0" t="0" r="0" b="0"/>
        </a:gradFill>
      </a:fillStyleLst>
      <a:lnStyleLst>
        <a:ln w="12700" cap="flat" cmpd="sng" algn="ctr">
          <a:prstDash val="solid"/>
        </a:ln>
        <a:ln w="15875" cap="flat" cmpd="sng" algn="ctr">
          <a:prstDash val="solid"/>
        </a:ln>
        <a:ln w="254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</a:schemeClr>
        </a:solidFill>
        <a:gradFill>
          <a:gsLst>
            <a:gs pos="0">
              <a:schemeClr val="phClr">
                <a:tint val="96000"/>
                <a:shade val="99000"/>
              </a:schemeClr>
            </a:gs>
            <a:gs pos="65000">
              <a:schemeClr val="phClr">
                <a:tint val="100000"/>
                <a:shade val="80000"/>
              </a:schemeClr>
            </a:gs>
            <a:gs pos="100000">
              <a:schemeClr val="phClr">
                <a:tint val="100000"/>
                <a:shade val="48000"/>
              </a:schemeClr>
            </a:gs>
          </a:gsLst>
          <a:lin ang="16200000" scaled="0"/>
          <a:tileRect l="0" t="0" r="0" b="0"/>
        </a:gradFill>
      </a:bgFillStyleLst>
    </a:fmtScheme>
  </a:themeElements>
</a:theme>
</file>

<file path=ppt/theme/theme42.xml><?xml version="1.0" encoding="utf-8"?>
<a:theme xmlns:a="http://schemas.openxmlformats.org/drawingml/2006/main" xmlns:r="http://schemas.openxmlformats.org/officeDocument/2006/relationships" name="Retrospección">
  <a:themeElements>
    <a:clrScheme name="Retrospect">
      <a:dk1>
        <a:srgbClr val="000000"/>
      </a:dk1>
      <a:lt1>
        <a:srgbClr val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shade val="92000"/>
              </a:schemeClr>
            </a:gs>
            <a:gs pos="45000">
              <a:schemeClr val="phClr">
                <a:tint val="60000"/>
                <a:shade val="99000"/>
              </a:schemeClr>
            </a:gs>
            <a:gs pos="100000">
              <a:schemeClr val="phClr">
                <a:tint val="55000"/>
              </a:schemeClr>
            </a:gs>
          </a:gsLst>
          <a:path path="circle">
            <a:fillToRect l="100000" t="100000" r="100000" b="100000"/>
          </a:path>
          <a:tileRect l="0" t="0" r="0" b="0"/>
        </a:gradFill>
        <a:gradFill>
          <a:gsLst>
            <a:gs pos="0">
              <a:schemeClr val="phClr">
                <a:shade val="85000"/>
              </a:schemeClr>
            </a:gs>
            <a:gs pos="34000">
              <a:schemeClr val="phClr">
                <a:shade val="87000"/>
              </a:schemeClr>
            </a:gs>
            <a:gs pos="70000">
              <a:schemeClr val="phClr">
                <a:tint val="100000"/>
                <a:shade val="90000"/>
              </a:schemeClr>
            </a:gs>
            <a:gs pos="100000">
              <a:schemeClr val="phClr">
                <a:tint val="100000"/>
                <a:shade val="100000"/>
              </a:schemeClr>
            </a:gs>
          </a:gsLst>
          <a:path path="circle">
            <a:fillToRect l="100000" t="100000" r="100000" b="100000"/>
          </a:path>
          <a:tileRect l="0" t="0" r="0" b="0"/>
        </a:gradFill>
      </a:fillStyleLst>
      <a:lnStyleLst>
        <a:ln w="12700" cap="flat" cmpd="sng" algn="ctr">
          <a:prstDash val="solid"/>
        </a:ln>
        <a:ln w="15875" cap="flat" cmpd="sng" algn="ctr">
          <a:prstDash val="solid"/>
        </a:ln>
        <a:ln w="254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</a:schemeClr>
        </a:solidFill>
        <a:gradFill>
          <a:gsLst>
            <a:gs pos="0">
              <a:schemeClr val="phClr">
                <a:tint val="96000"/>
                <a:shade val="99000"/>
              </a:schemeClr>
            </a:gs>
            <a:gs pos="65000">
              <a:schemeClr val="phClr">
                <a:tint val="100000"/>
                <a:shade val="80000"/>
              </a:schemeClr>
            </a:gs>
            <a:gs pos="100000">
              <a:schemeClr val="phClr">
                <a:tint val="100000"/>
                <a:shade val="48000"/>
              </a:schemeClr>
            </a:gs>
          </a:gsLst>
          <a:lin ang="16200000" scaled="0"/>
          <a:tileRect l="0" t="0" r="0" b="0"/>
        </a:gradFill>
      </a:bgFillStyleLst>
    </a:fmtScheme>
  </a:themeElements>
</a:theme>
</file>

<file path=ppt/theme/theme43.xml><?xml version="1.0" encoding="utf-8"?>
<a:theme xmlns:a="http://schemas.openxmlformats.org/drawingml/2006/main" xmlns:r="http://schemas.openxmlformats.org/officeDocument/2006/relationships" name="Retrospección">
  <a:themeElements>
    <a:clrScheme name="Retrospect">
      <a:dk1>
        <a:srgbClr val="000000"/>
      </a:dk1>
      <a:lt1>
        <a:srgbClr val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shade val="92000"/>
              </a:schemeClr>
            </a:gs>
            <a:gs pos="45000">
              <a:schemeClr val="phClr">
                <a:tint val="60000"/>
                <a:shade val="99000"/>
              </a:schemeClr>
            </a:gs>
            <a:gs pos="100000">
              <a:schemeClr val="phClr">
                <a:tint val="55000"/>
              </a:schemeClr>
            </a:gs>
          </a:gsLst>
          <a:path path="circle">
            <a:fillToRect l="100000" t="100000" r="100000" b="100000"/>
          </a:path>
          <a:tileRect l="0" t="0" r="0" b="0"/>
        </a:gradFill>
        <a:gradFill>
          <a:gsLst>
            <a:gs pos="0">
              <a:schemeClr val="phClr">
                <a:shade val="85000"/>
              </a:schemeClr>
            </a:gs>
            <a:gs pos="34000">
              <a:schemeClr val="phClr">
                <a:shade val="87000"/>
              </a:schemeClr>
            </a:gs>
            <a:gs pos="70000">
              <a:schemeClr val="phClr">
                <a:tint val="100000"/>
                <a:shade val="90000"/>
              </a:schemeClr>
            </a:gs>
            <a:gs pos="100000">
              <a:schemeClr val="phClr">
                <a:tint val="100000"/>
                <a:shade val="100000"/>
              </a:schemeClr>
            </a:gs>
          </a:gsLst>
          <a:path path="circle">
            <a:fillToRect l="100000" t="100000" r="100000" b="100000"/>
          </a:path>
          <a:tileRect l="0" t="0" r="0" b="0"/>
        </a:gradFill>
      </a:fillStyleLst>
      <a:lnStyleLst>
        <a:ln w="12700" cap="flat" cmpd="sng" algn="ctr">
          <a:prstDash val="solid"/>
        </a:ln>
        <a:ln w="15875" cap="flat" cmpd="sng" algn="ctr">
          <a:prstDash val="solid"/>
        </a:ln>
        <a:ln w="254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</a:schemeClr>
        </a:solidFill>
        <a:gradFill>
          <a:gsLst>
            <a:gs pos="0">
              <a:schemeClr val="phClr">
                <a:tint val="96000"/>
                <a:shade val="99000"/>
              </a:schemeClr>
            </a:gs>
            <a:gs pos="65000">
              <a:schemeClr val="phClr">
                <a:tint val="100000"/>
                <a:shade val="80000"/>
              </a:schemeClr>
            </a:gs>
            <a:gs pos="100000">
              <a:schemeClr val="phClr">
                <a:tint val="100000"/>
                <a:shade val="48000"/>
              </a:schemeClr>
            </a:gs>
          </a:gsLst>
          <a:lin ang="16200000" scaled="0"/>
          <a:tileRect l="0" t="0" r="0" b="0"/>
        </a:gradFill>
      </a:bgFillStyleLst>
    </a:fmtScheme>
  </a:themeElements>
</a:theme>
</file>

<file path=ppt/theme/theme44.xml><?xml version="1.0" encoding="utf-8"?>
<a:theme xmlns:a="http://schemas.openxmlformats.org/drawingml/2006/main" xmlns:r="http://schemas.openxmlformats.org/officeDocument/2006/relationships" name="Retrospección">
  <a:themeElements>
    <a:clrScheme name="Retrospect">
      <a:dk1>
        <a:srgbClr val="000000"/>
      </a:dk1>
      <a:lt1>
        <a:srgbClr val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shade val="92000"/>
              </a:schemeClr>
            </a:gs>
            <a:gs pos="45000">
              <a:schemeClr val="phClr">
                <a:tint val="60000"/>
                <a:shade val="99000"/>
              </a:schemeClr>
            </a:gs>
            <a:gs pos="100000">
              <a:schemeClr val="phClr">
                <a:tint val="55000"/>
              </a:schemeClr>
            </a:gs>
          </a:gsLst>
          <a:path path="circle">
            <a:fillToRect l="100000" t="100000" r="100000" b="100000"/>
          </a:path>
          <a:tileRect l="0" t="0" r="0" b="0"/>
        </a:gradFill>
        <a:gradFill>
          <a:gsLst>
            <a:gs pos="0">
              <a:schemeClr val="phClr">
                <a:shade val="85000"/>
              </a:schemeClr>
            </a:gs>
            <a:gs pos="34000">
              <a:schemeClr val="phClr">
                <a:shade val="87000"/>
              </a:schemeClr>
            </a:gs>
            <a:gs pos="70000">
              <a:schemeClr val="phClr">
                <a:tint val="100000"/>
                <a:shade val="90000"/>
              </a:schemeClr>
            </a:gs>
            <a:gs pos="100000">
              <a:schemeClr val="phClr">
                <a:tint val="100000"/>
                <a:shade val="100000"/>
              </a:schemeClr>
            </a:gs>
          </a:gsLst>
          <a:path path="circle">
            <a:fillToRect l="100000" t="100000" r="100000" b="100000"/>
          </a:path>
          <a:tileRect l="0" t="0" r="0" b="0"/>
        </a:gradFill>
      </a:fillStyleLst>
      <a:lnStyleLst>
        <a:ln w="12700" cap="flat" cmpd="sng" algn="ctr">
          <a:prstDash val="solid"/>
        </a:ln>
        <a:ln w="15875" cap="flat" cmpd="sng" algn="ctr">
          <a:prstDash val="solid"/>
        </a:ln>
        <a:ln w="254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</a:schemeClr>
        </a:solidFill>
        <a:gradFill>
          <a:gsLst>
            <a:gs pos="0">
              <a:schemeClr val="phClr">
                <a:tint val="96000"/>
                <a:shade val="99000"/>
              </a:schemeClr>
            </a:gs>
            <a:gs pos="65000">
              <a:schemeClr val="phClr">
                <a:tint val="100000"/>
                <a:shade val="80000"/>
              </a:schemeClr>
            </a:gs>
            <a:gs pos="100000">
              <a:schemeClr val="phClr">
                <a:tint val="100000"/>
                <a:shade val="48000"/>
              </a:schemeClr>
            </a:gs>
          </a:gsLst>
          <a:lin ang="16200000" scaled="0"/>
          <a:tileRect l="0" t="0" r="0" b="0"/>
        </a:gradFill>
      </a:bgFillStyleLst>
    </a:fmtScheme>
  </a:themeElements>
</a:theme>
</file>

<file path=ppt/theme/theme45.xml><?xml version="1.0" encoding="utf-8"?>
<a:theme xmlns:a="http://schemas.openxmlformats.org/drawingml/2006/main" xmlns:r="http://schemas.openxmlformats.org/officeDocument/2006/relationships" name="Retrospección">
  <a:themeElements>
    <a:clrScheme name="Retrospect">
      <a:dk1>
        <a:srgbClr val="000000"/>
      </a:dk1>
      <a:lt1>
        <a:srgbClr val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shade val="92000"/>
              </a:schemeClr>
            </a:gs>
            <a:gs pos="45000">
              <a:schemeClr val="phClr">
                <a:tint val="60000"/>
                <a:shade val="99000"/>
              </a:schemeClr>
            </a:gs>
            <a:gs pos="100000">
              <a:schemeClr val="phClr">
                <a:tint val="55000"/>
              </a:schemeClr>
            </a:gs>
          </a:gsLst>
          <a:path path="circle">
            <a:fillToRect l="100000" t="100000" r="100000" b="100000"/>
          </a:path>
          <a:tileRect l="0" t="0" r="0" b="0"/>
        </a:gradFill>
        <a:gradFill>
          <a:gsLst>
            <a:gs pos="0">
              <a:schemeClr val="phClr">
                <a:shade val="85000"/>
              </a:schemeClr>
            </a:gs>
            <a:gs pos="34000">
              <a:schemeClr val="phClr">
                <a:shade val="87000"/>
              </a:schemeClr>
            </a:gs>
            <a:gs pos="70000">
              <a:schemeClr val="phClr">
                <a:tint val="100000"/>
                <a:shade val="90000"/>
              </a:schemeClr>
            </a:gs>
            <a:gs pos="100000">
              <a:schemeClr val="phClr">
                <a:tint val="100000"/>
                <a:shade val="100000"/>
              </a:schemeClr>
            </a:gs>
          </a:gsLst>
          <a:path path="circle">
            <a:fillToRect l="100000" t="100000" r="100000" b="100000"/>
          </a:path>
          <a:tileRect l="0" t="0" r="0" b="0"/>
        </a:gradFill>
      </a:fillStyleLst>
      <a:lnStyleLst>
        <a:ln w="12700" cap="flat" cmpd="sng" algn="ctr">
          <a:prstDash val="solid"/>
        </a:ln>
        <a:ln w="15875" cap="flat" cmpd="sng" algn="ctr">
          <a:prstDash val="solid"/>
        </a:ln>
        <a:ln w="254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</a:schemeClr>
        </a:solidFill>
        <a:gradFill>
          <a:gsLst>
            <a:gs pos="0">
              <a:schemeClr val="phClr">
                <a:tint val="96000"/>
                <a:shade val="99000"/>
              </a:schemeClr>
            </a:gs>
            <a:gs pos="65000">
              <a:schemeClr val="phClr">
                <a:tint val="100000"/>
                <a:shade val="80000"/>
              </a:schemeClr>
            </a:gs>
            <a:gs pos="100000">
              <a:schemeClr val="phClr">
                <a:tint val="100000"/>
                <a:shade val="48000"/>
              </a:schemeClr>
            </a:gs>
          </a:gsLst>
          <a:lin ang="16200000" scaled="0"/>
          <a:tileRect l="0" t="0" r="0" b="0"/>
        </a:gradFill>
      </a:bgFillStyleLst>
    </a:fmtScheme>
  </a:themeElements>
</a:theme>
</file>

<file path=ppt/theme/theme46.xml><?xml version="1.0" encoding="utf-8"?>
<a:theme xmlns:a="http://schemas.openxmlformats.org/drawingml/2006/main" xmlns:r="http://schemas.openxmlformats.org/officeDocument/2006/relationships" name="Retrospección">
  <a:themeElements>
    <a:clrScheme name="Retrospect">
      <a:dk1>
        <a:srgbClr val="000000"/>
      </a:dk1>
      <a:lt1>
        <a:srgbClr val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shade val="92000"/>
              </a:schemeClr>
            </a:gs>
            <a:gs pos="45000">
              <a:schemeClr val="phClr">
                <a:tint val="60000"/>
                <a:shade val="99000"/>
              </a:schemeClr>
            </a:gs>
            <a:gs pos="100000">
              <a:schemeClr val="phClr">
                <a:tint val="55000"/>
              </a:schemeClr>
            </a:gs>
          </a:gsLst>
          <a:path path="circle">
            <a:fillToRect l="100000" t="100000" r="100000" b="100000"/>
          </a:path>
          <a:tileRect l="0" t="0" r="0" b="0"/>
        </a:gradFill>
        <a:gradFill>
          <a:gsLst>
            <a:gs pos="0">
              <a:schemeClr val="phClr">
                <a:shade val="85000"/>
              </a:schemeClr>
            </a:gs>
            <a:gs pos="34000">
              <a:schemeClr val="phClr">
                <a:shade val="87000"/>
              </a:schemeClr>
            </a:gs>
            <a:gs pos="70000">
              <a:schemeClr val="phClr">
                <a:tint val="100000"/>
                <a:shade val="90000"/>
              </a:schemeClr>
            </a:gs>
            <a:gs pos="100000">
              <a:schemeClr val="phClr">
                <a:tint val="100000"/>
                <a:shade val="100000"/>
              </a:schemeClr>
            </a:gs>
          </a:gsLst>
          <a:path path="circle">
            <a:fillToRect l="100000" t="100000" r="100000" b="100000"/>
          </a:path>
          <a:tileRect l="0" t="0" r="0" b="0"/>
        </a:gradFill>
      </a:fillStyleLst>
      <a:lnStyleLst>
        <a:ln w="12700" cap="flat" cmpd="sng" algn="ctr">
          <a:prstDash val="solid"/>
        </a:ln>
        <a:ln w="15875" cap="flat" cmpd="sng" algn="ctr">
          <a:prstDash val="solid"/>
        </a:ln>
        <a:ln w="254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</a:schemeClr>
        </a:solidFill>
        <a:gradFill>
          <a:gsLst>
            <a:gs pos="0">
              <a:schemeClr val="phClr">
                <a:tint val="96000"/>
                <a:shade val="99000"/>
              </a:schemeClr>
            </a:gs>
            <a:gs pos="65000">
              <a:schemeClr val="phClr">
                <a:tint val="100000"/>
                <a:shade val="80000"/>
              </a:schemeClr>
            </a:gs>
            <a:gs pos="100000">
              <a:schemeClr val="phClr">
                <a:tint val="100000"/>
                <a:shade val="48000"/>
              </a:schemeClr>
            </a:gs>
          </a:gsLst>
          <a:lin ang="16200000" scaled="0"/>
          <a:tileRect l="0" t="0" r="0" b="0"/>
        </a:gradFill>
      </a:bgFillStyleLst>
    </a:fmtScheme>
  </a:themeElements>
</a:theme>
</file>

<file path=ppt/theme/theme47.xml><?xml version="1.0" encoding="utf-8"?>
<a:theme xmlns:a="http://schemas.openxmlformats.org/drawingml/2006/main" xmlns:r="http://schemas.openxmlformats.org/officeDocument/2006/relationships" name="Retrospección">
  <a:themeElements>
    <a:clrScheme name="Retrospect">
      <a:dk1>
        <a:srgbClr val="000000"/>
      </a:dk1>
      <a:lt1>
        <a:srgbClr val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shade val="92000"/>
              </a:schemeClr>
            </a:gs>
            <a:gs pos="45000">
              <a:schemeClr val="phClr">
                <a:tint val="60000"/>
                <a:shade val="99000"/>
              </a:schemeClr>
            </a:gs>
            <a:gs pos="100000">
              <a:schemeClr val="phClr">
                <a:tint val="55000"/>
              </a:schemeClr>
            </a:gs>
          </a:gsLst>
          <a:path path="circle">
            <a:fillToRect l="100000" t="100000" r="100000" b="100000"/>
          </a:path>
          <a:tileRect l="0" t="0" r="0" b="0"/>
        </a:gradFill>
        <a:gradFill>
          <a:gsLst>
            <a:gs pos="0">
              <a:schemeClr val="phClr">
                <a:shade val="85000"/>
              </a:schemeClr>
            </a:gs>
            <a:gs pos="34000">
              <a:schemeClr val="phClr">
                <a:shade val="87000"/>
              </a:schemeClr>
            </a:gs>
            <a:gs pos="70000">
              <a:schemeClr val="phClr">
                <a:tint val="100000"/>
                <a:shade val="90000"/>
              </a:schemeClr>
            </a:gs>
            <a:gs pos="100000">
              <a:schemeClr val="phClr">
                <a:tint val="100000"/>
                <a:shade val="100000"/>
              </a:schemeClr>
            </a:gs>
          </a:gsLst>
          <a:path path="circle">
            <a:fillToRect l="100000" t="100000" r="100000" b="100000"/>
          </a:path>
          <a:tileRect l="0" t="0" r="0" b="0"/>
        </a:gradFill>
      </a:fillStyleLst>
      <a:lnStyleLst>
        <a:ln w="12700" cap="flat" cmpd="sng" algn="ctr">
          <a:prstDash val="solid"/>
        </a:ln>
        <a:ln w="15875" cap="flat" cmpd="sng" algn="ctr">
          <a:prstDash val="solid"/>
        </a:ln>
        <a:ln w="254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</a:schemeClr>
        </a:solidFill>
        <a:gradFill>
          <a:gsLst>
            <a:gs pos="0">
              <a:schemeClr val="phClr">
                <a:tint val="96000"/>
                <a:shade val="99000"/>
              </a:schemeClr>
            </a:gs>
            <a:gs pos="65000">
              <a:schemeClr val="phClr">
                <a:tint val="100000"/>
                <a:shade val="80000"/>
              </a:schemeClr>
            </a:gs>
            <a:gs pos="100000">
              <a:schemeClr val="phClr">
                <a:tint val="100000"/>
                <a:shade val="48000"/>
              </a:schemeClr>
            </a:gs>
          </a:gsLst>
          <a:lin ang="16200000" scaled="0"/>
          <a:tileRect l="0" t="0" r="0" b="0"/>
        </a:gradFill>
      </a:bgFillStyleLst>
    </a:fmtScheme>
  </a:themeElements>
</a:theme>
</file>

<file path=ppt/theme/theme48.xml><?xml version="1.0" encoding="utf-8"?>
<a:theme xmlns:a="http://schemas.openxmlformats.org/drawingml/2006/main" xmlns:r="http://schemas.openxmlformats.org/officeDocument/2006/relationships" name="Retrospección">
  <a:themeElements>
    <a:clrScheme name="Retrospect">
      <a:dk1>
        <a:srgbClr val="000000"/>
      </a:dk1>
      <a:lt1>
        <a:srgbClr val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shade val="92000"/>
              </a:schemeClr>
            </a:gs>
            <a:gs pos="45000">
              <a:schemeClr val="phClr">
                <a:tint val="60000"/>
                <a:shade val="99000"/>
              </a:schemeClr>
            </a:gs>
            <a:gs pos="100000">
              <a:schemeClr val="phClr">
                <a:tint val="55000"/>
              </a:schemeClr>
            </a:gs>
          </a:gsLst>
          <a:path path="circle">
            <a:fillToRect l="100000" t="100000" r="100000" b="100000"/>
          </a:path>
          <a:tileRect l="0" t="0" r="0" b="0"/>
        </a:gradFill>
        <a:gradFill>
          <a:gsLst>
            <a:gs pos="0">
              <a:schemeClr val="phClr">
                <a:shade val="85000"/>
              </a:schemeClr>
            </a:gs>
            <a:gs pos="34000">
              <a:schemeClr val="phClr">
                <a:shade val="87000"/>
              </a:schemeClr>
            </a:gs>
            <a:gs pos="70000">
              <a:schemeClr val="phClr">
                <a:tint val="100000"/>
                <a:shade val="90000"/>
              </a:schemeClr>
            </a:gs>
            <a:gs pos="100000">
              <a:schemeClr val="phClr">
                <a:tint val="100000"/>
                <a:shade val="100000"/>
              </a:schemeClr>
            </a:gs>
          </a:gsLst>
          <a:path path="circle">
            <a:fillToRect l="100000" t="100000" r="100000" b="100000"/>
          </a:path>
          <a:tileRect l="0" t="0" r="0" b="0"/>
        </a:gradFill>
      </a:fillStyleLst>
      <a:lnStyleLst>
        <a:ln w="12700" cap="flat" cmpd="sng" algn="ctr">
          <a:prstDash val="solid"/>
        </a:ln>
        <a:ln w="15875" cap="flat" cmpd="sng" algn="ctr">
          <a:prstDash val="solid"/>
        </a:ln>
        <a:ln w="254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</a:schemeClr>
        </a:solidFill>
        <a:gradFill>
          <a:gsLst>
            <a:gs pos="0">
              <a:schemeClr val="phClr">
                <a:tint val="96000"/>
                <a:shade val="99000"/>
              </a:schemeClr>
            </a:gs>
            <a:gs pos="65000">
              <a:schemeClr val="phClr">
                <a:tint val="100000"/>
                <a:shade val="80000"/>
              </a:schemeClr>
            </a:gs>
            <a:gs pos="100000">
              <a:schemeClr val="phClr">
                <a:tint val="100000"/>
                <a:shade val="48000"/>
              </a:schemeClr>
            </a:gs>
          </a:gsLst>
          <a:lin ang="16200000" scaled="0"/>
          <a:tileRect l="0" t="0" r="0" b="0"/>
        </a:gradFill>
      </a:bgFillStyleLst>
    </a:fmtScheme>
  </a:themeElements>
</a:theme>
</file>

<file path=ppt/theme/theme49.xml><?xml version="1.0" encoding="utf-8"?>
<a:theme xmlns:a="http://schemas.openxmlformats.org/drawingml/2006/main" xmlns:r="http://schemas.openxmlformats.org/officeDocument/2006/relationships" name="Retrospección">
  <a:themeElements>
    <a:clrScheme name="Retrospect">
      <a:dk1>
        <a:srgbClr val="000000"/>
      </a:dk1>
      <a:lt1>
        <a:srgbClr val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shade val="92000"/>
              </a:schemeClr>
            </a:gs>
            <a:gs pos="45000">
              <a:schemeClr val="phClr">
                <a:tint val="60000"/>
                <a:shade val="99000"/>
              </a:schemeClr>
            </a:gs>
            <a:gs pos="100000">
              <a:schemeClr val="phClr">
                <a:tint val="55000"/>
              </a:schemeClr>
            </a:gs>
          </a:gsLst>
          <a:path path="circle">
            <a:fillToRect l="100000" t="100000" r="100000" b="100000"/>
          </a:path>
          <a:tileRect l="0" t="0" r="0" b="0"/>
        </a:gradFill>
        <a:gradFill>
          <a:gsLst>
            <a:gs pos="0">
              <a:schemeClr val="phClr">
                <a:shade val="85000"/>
              </a:schemeClr>
            </a:gs>
            <a:gs pos="34000">
              <a:schemeClr val="phClr">
                <a:shade val="87000"/>
              </a:schemeClr>
            </a:gs>
            <a:gs pos="70000">
              <a:schemeClr val="phClr">
                <a:tint val="100000"/>
                <a:shade val="90000"/>
              </a:schemeClr>
            </a:gs>
            <a:gs pos="100000">
              <a:schemeClr val="phClr">
                <a:tint val="100000"/>
                <a:shade val="100000"/>
              </a:schemeClr>
            </a:gs>
          </a:gsLst>
          <a:path path="circle">
            <a:fillToRect l="100000" t="100000" r="100000" b="100000"/>
          </a:path>
          <a:tileRect l="0" t="0" r="0" b="0"/>
        </a:gradFill>
      </a:fillStyleLst>
      <a:lnStyleLst>
        <a:ln w="12700" cap="flat" cmpd="sng" algn="ctr">
          <a:prstDash val="solid"/>
        </a:ln>
        <a:ln w="15875" cap="flat" cmpd="sng" algn="ctr">
          <a:prstDash val="solid"/>
        </a:ln>
        <a:ln w="254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</a:schemeClr>
        </a:solidFill>
        <a:gradFill>
          <a:gsLst>
            <a:gs pos="0">
              <a:schemeClr val="phClr">
                <a:tint val="96000"/>
                <a:shade val="99000"/>
              </a:schemeClr>
            </a:gs>
            <a:gs pos="65000">
              <a:schemeClr val="phClr">
                <a:tint val="100000"/>
                <a:shade val="80000"/>
              </a:schemeClr>
            </a:gs>
            <a:gs pos="100000">
              <a:schemeClr val="phClr">
                <a:tint val="100000"/>
                <a:shade val="48000"/>
              </a:schemeClr>
            </a:gs>
          </a:gsLst>
          <a:lin ang="16200000" scaled="0"/>
          <a:tileRect l="0" t="0" r="0" b="0"/>
        </a:gradFill>
      </a:bgFillStyleLst>
    </a:fmtScheme>
  </a:themeElements>
</a:theme>
</file>

<file path=ppt/theme/theme50.xml><?xml version="1.0" encoding="utf-8"?>
<a:theme xmlns:a="http://schemas.openxmlformats.org/drawingml/2006/main" xmlns:r="http://schemas.openxmlformats.org/officeDocument/2006/relationships" name="Retrospección">
  <a:themeElements>
    <a:clrScheme name="Retrospect">
      <a:dk1>
        <a:srgbClr val="000000"/>
      </a:dk1>
      <a:lt1>
        <a:srgbClr val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shade val="92000"/>
              </a:schemeClr>
            </a:gs>
            <a:gs pos="45000">
              <a:schemeClr val="phClr">
                <a:tint val="60000"/>
                <a:shade val="99000"/>
              </a:schemeClr>
            </a:gs>
            <a:gs pos="100000">
              <a:schemeClr val="phClr">
                <a:tint val="55000"/>
              </a:schemeClr>
            </a:gs>
          </a:gsLst>
          <a:path path="circle">
            <a:fillToRect l="100000" t="100000" r="100000" b="100000"/>
          </a:path>
          <a:tileRect l="0" t="0" r="0" b="0"/>
        </a:gradFill>
        <a:gradFill>
          <a:gsLst>
            <a:gs pos="0">
              <a:schemeClr val="phClr">
                <a:shade val="85000"/>
              </a:schemeClr>
            </a:gs>
            <a:gs pos="34000">
              <a:schemeClr val="phClr">
                <a:shade val="87000"/>
              </a:schemeClr>
            </a:gs>
            <a:gs pos="70000">
              <a:schemeClr val="phClr">
                <a:tint val="100000"/>
                <a:shade val="90000"/>
              </a:schemeClr>
            </a:gs>
            <a:gs pos="100000">
              <a:schemeClr val="phClr">
                <a:tint val="100000"/>
                <a:shade val="100000"/>
              </a:schemeClr>
            </a:gs>
          </a:gsLst>
          <a:path path="circle">
            <a:fillToRect l="100000" t="100000" r="100000" b="100000"/>
          </a:path>
          <a:tileRect l="0" t="0" r="0" b="0"/>
        </a:gradFill>
      </a:fillStyleLst>
      <a:lnStyleLst>
        <a:ln w="12700" cap="flat" cmpd="sng" algn="ctr">
          <a:prstDash val="solid"/>
        </a:ln>
        <a:ln w="15875" cap="flat" cmpd="sng" algn="ctr">
          <a:prstDash val="solid"/>
        </a:ln>
        <a:ln w="254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</a:schemeClr>
        </a:solidFill>
        <a:gradFill>
          <a:gsLst>
            <a:gs pos="0">
              <a:schemeClr val="phClr">
                <a:tint val="96000"/>
                <a:shade val="99000"/>
              </a:schemeClr>
            </a:gs>
            <a:gs pos="65000">
              <a:schemeClr val="phClr">
                <a:tint val="100000"/>
                <a:shade val="80000"/>
              </a:schemeClr>
            </a:gs>
            <a:gs pos="100000">
              <a:schemeClr val="phClr">
                <a:tint val="100000"/>
                <a:shade val="48000"/>
              </a:schemeClr>
            </a:gs>
          </a:gsLst>
          <a:lin ang="16200000" scaled="0"/>
          <a:tileRect l="0" t="0" r="0" b="0"/>
        </a:gradFill>
      </a:bgFillStyleLst>
    </a:fmtScheme>
  </a:themeElements>
</a:theme>
</file>

<file path=ppt/theme/theme51.xml><?xml version="1.0" encoding="utf-8"?>
<a:theme xmlns:a="http://schemas.openxmlformats.org/drawingml/2006/main" xmlns:r="http://schemas.openxmlformats.org/officeDocument/2006/relationships" name="Retrospección">
  <a:themeElements>
    <a:clrScheme name="Retrospect">
      <a:dk1>
        <a:srgbClr val="000000"/>
      </a:dk1>
      <a:lt1>
        <a:srgbClr val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shade val="92000"/>
              </a:schemeClr>
            </a:gs>
            <a:gs pos="45000">
              <a:schemeClr val="phClr">
                <a:tint val="60000"/>
                <a:shade val="99000"/>
              </a:schemeClr>
            </a:gs>
            <a:gs pos="100000">
              <a:schemeClr val="phClr">
                <a:tint val="55000"/>
              </a:schemeClr>
            </a:gs>
          </a:gsLst>
          <a:path path="circle">
            <a:fillToRect l="100000" t="100000" r="100000" b="100000"/>
          </a:path>
          <a:tileRect l="0" t="0" r="0" b="0"/>
        </a:gradFill>
        <a:gradFill>
          <a:gsLst>
            <a:gs pos="0">
              <a:schemeClr val="phClr">
                <a:shade val="85000"/>
              </a:schemeClr>
            </a:gs>
            <a:gs pos="34000">
              <a:schemeClr val="phClr">
                <a:shade val="87000"/>
              </a:schemeClr>
            </a:gs>
            <a:gs pos="70000">
              <a:schemeClr val="phClr">
                <a:tint val="100000"/>
                <a:shade val="90000"/>
              </a:schemeClr>
            </a:gs>
            <a:gs pos="100000">
              <a:schemeClr val="phClr">
                <a:tint val="100000"/>
                <a:shade val="100000"/>
              </a:schemeClr>
            </a:gs>
          </a:gsLst>
          <a:path path="circle">
            <a:fillToRect l="100000" t="100000" r="100000" b="100000"/>
          </a:path>
          <a:tileRect l="0" t="0" r="0" b="0"/>
        </a:gradFill>
      </a:fillStyleLst>
      <a:lnStyleLst>
        <a:ln w="12700" cap="flat" cmpd="sng" algn="ctr">
          <a:prstDash val="solid"/>
        </a:ln>
        <a:ln w="15875" cap="flat" cmpd="sng" algn="ctr">
          <a:prstDash val="solid"/>
        </a:ln>
        <a:ln w="254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</a:schemeClr>
        </a:solidFill>
        <a:gradFill>
          <a:gsLst>
            <a:gs pos="0">
              <a:schemeClr val="phClr">
                <a:tint val="96000"/>
                <a:shade val="99000"/>
              </a:schemeClr>
            </a:gs>
            <a:gs pos="65000">
              <a:schemeClr val="phClr">
                <a:tint val="100000"/>
                <a:shade val="80000"/>
              </a:schemeClr>
            </a:gs>
            <a:gs pos="100000">
              <a:schemeClr val="phClr">
                <a:tint val="100000"/>
                <a:shade val="48000"/>
              </a:schemeClr>
            </a:gs>
          </a:gsLst>
          <a:lin ang="16200000" scaled="0"/>
          <a:tileRect l="0" t="0" r="0" b="0"/>
        </a:gradFill>
      </a:bgFillStyleLst>
    </a:fmtScheme>
  </a:themeElements>
</a:theme>
</file>

<file path=ppt/theme/theme52.xml><?xml version="1.0" encoding="utf-8"?>
<a:theme xmlns:a="http://schemas.openxmlformats.org/drawingml/2006/main" xmlns:r="http://schemas.openxmlformats.org/officeDocument/2006/relationships" name="Retrospección">
  <a:themeElements>
    <a:clrScheme name="Retrospect">
      <a:dk1>
        <a:srgbClr val="000000"/>
      </a:dk1>
      <a:lt1>
        <a:srgbClr val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shade val="92000"/>
              </a:schemeClr>
            </a:gs>
            <a:gs pos="45000">
              <a:schemeClr val="phClr">
                <a:tint val="60000"/>
                <a:shade val="99000"/>
              </a:schemeClr>
            </a:gs>
            <a:gs pos="100000">
              <a:schemeClr val="phClr">
                <a:tint val="55000"/>
              </a:schemeClr>
            </a:gs>
          </a:gsLst>
          <a:path path="circle">
            <a:fillToRect l="100000" t="100000" r="100000" b="100000"/>
          </a:path>
          <a:tileRect l="0" t="0" r="0" b="0"/>
        </a:gradFill>
        <a:gradFill>
          <a:gsLst>
            <a:gs pos="0">
              <a:schemeClr val="phClr">
                <a:shade val="85000"/>
              </a:schemeClr>
            </a:gs>
            <a:gs pos="34000">
              <a:schemeClr val="phClr">
                <a:shade val="87000"/>
              </a:schemeClr>
            </a:gs>
            <a:gs pos="70000">
              <a:schemeClr val="phClr">
                <a:tint val="100000"/>
                <a:shade val="90000"/>
              </a:schemeClr>
            </a:gs>
            <a:gs pos="100000">
              <a:schemeClr val="phClr">
                <a:tint val="100000"/>
                <a:shade val="100000"/>
              </a:schemeClr>
            </a:gs>
          </a:gsLst>
          <a:path path="circle">
            <a:fillToRect l="100000" t="100000" r="100000" b="100000"/>
          </a:path>
          <a:tileRect l="0" t="0" r="0" b="0"/>
        </a:gradFill>
      </a:fillStyleLst>
      <a:lnStyleLst>
        <a:ln w="12700" cap="flat" cmpd="sng" algn="ctr">
          <a:prstDash val="solid"/>
        </a:ln>
        <a:ln w="15875" cap="flat" cmpd="sng" algn="ctr">
          <a:prstDash val="solid"/>
        </a:ln>
        <a:ln w="254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</a:schemeClr>
        </a:solidFill>
        <a:gradFill>
          <a:gsLst>
            <a:gs pos="0">
              <a:schemeClr val="phClr">
                <a:tint val="96000"/>
                <a:shade val="99000"/>
              </a:schemeClr>
            </a:gs>
            <a:gs pos="65000">
              <a:schemeClr val="phClr">
                <a:tint val="100000"/>
                <a:shade val="80000"/>
              </a:schemeClr>
            </a:gs>
            <a:gs pos="100000">
              <a:schemeClr val="phClr">
                <a:tint val="100000"/>
                <a:shade val="48000"/>
              </a:schemeClr>
            </a:gs>
          </a:gsLst>
          <a:lin ang="16200000" scaled="0"/>
          <a:tileRect l="0" t="0" r="0" b="0"/>
        </a:gradFill>
      </a:bgFillStyleLst>
    </a:fmtScheme>
  </a:themeElements>
</a:theme>
</file>

<file path=ppt/theme/theme53.xml><?xml version="1.0" encoding="utf-8"?>
<a:theme xmlns:a="http://schemas.openxmlformats.org/drawingml/2006/main" xmlns:r="http://schemas.openxmlformats.org/officeDocument/2006/relationships" name="Retrospección">
  <a:themeElements>
    <a:clrScheme name="Retrospect">
      <a:dk1>
        <a:srgbClr val="000000"/>
      </a:dk1>
      <a:lt1>
        <a:srgbClr val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shade val="92000"/>
              </a:schemeClr>
            </a:gs>
            <a:gs pos="45000">
              <a:schemeClr val="phClr">
                <a:tint val="60000"/>
                <a:shade val="99000"/>
              </a:schemeClr>
            </a:gs>
            <a:gs pos="100000">
              <a:schemeClr val="phClr">
                <a:tint val="55000"/>
              </a:schemeClr>
            </a:gs>
          </a:gsLst>
          <a:path path="circle">
            <a:fillToRect l="100000" t="100000" r="100000" b="100000"/>
          </a:path>
          <a:tileRect l="0" t="0" r="0" b="0"/>
        </a:gradFill>
        <a:gradFill>
          <a:gsLst>
            <a:gs pos="0">
              <a:schemeClr val="phClr">
                <a:shade val="85000"/>
              </a:schemeClr>
            </a:gs>
            <a:gs pos="34000">
              <a:schemeClr val="phClr">
                <a:shade val="87000"/>
              </a:schemeClr>
            </a:gs>
            <a:gs pos="70000">
              <a:schemeClr val="phClr">
                <a:tint val="100000"/>
                <a:shade val="90000"/>
              </a:schemeClr>
            </a:gs>
            <a:gs pos="100000">
              <a:schemeClr val="phClr">
                <a:tint val="100000"/>
                <a:shade val="100000"/>
              </a:schemeClr>
            </a:gs>
          </a:gsLst>
          <a:path path="circle">
            <a:fillToRect l="100000" t="100000" r="100000" b="100000"/>
          </a:path>
          <a:tileRect l="0" t="0" r="0" b="0"/>
        </a:gradFill>
      </a:fillStyleLst>
      <a:lnStyleLst>
        <a:ln w="12700" cap="flat" cmpd="sng" algn="ctr">
          <a:prstDash val="solid"/>
        </a:ln>
        <a:ln w="15875" cap="flat" cmpd="sng" algn="ctr">
          <a:prstDash val="solid"/>
        </a:ln>
        <a:ln w="254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</a:schemeClr>
        </a:solidFill>
        <a:gradFill>
          <a:gsLst>
            <a:gs pos="0">
              <a:schemeClr val="phClr">
                <a:tint val="96000"/>
                <a:shade val="99000"/>
              </a:schemeClr>
            </a:gs>
            <a:gs pos="65000">
              <a:schemeClr val="phClr">
                <a:tint val="100000"/>
                <a:shade val="80000"/>
              </a:schemeClr>
            </a:gs>
            <a:gs pos="100000">
              <a:schemeClr val="phClr">
                <a:tint val="100000"/>
                <a:shade val="48000"/>
              </a:schemeClr>
            </a:gs>
          </a:gsLst>
          <a:lin ang="16200000" scaled="0"/>
          <a:tileRect l="0" t="0" r="0" b="0"/>
        </a:gradFill>
      </a:bgFillStyleLst>
    </a:fmtScheme>
  </a:themeElements>
</a:theme>
</file>

<file path=ppt/theme/theme54.xml><?xml version="1.0" encoding="utf-8"?>
<a:theme xmlns:a="http://schemas.openxmlformats.org/drawingml/2006/main" xmlns:r="http://schemas.openxmlformats.org/officeDocument/2006/relationships" name="Retrospección">
  <a:themeElements>
    <a:clrScheme name="Retrospect">
      <a:dk1>
        <a:srgbClr val="000000"/>
      </a:dk1>
      <a:lt1>
        <a:srgbClr val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shade val="92000"/>
              </a:schemeClr>
            </a:gs>
            <a:gs pos="45000">
              <a:schemeClr val="phClr">
                <a:tint val="60000"/>
                <a:shade val="99000"/>
              </a:schemeClr>
            </a:gs>
            <a:gs pos="100000">
              <a:schemeClr val="phClr">
                <a:tint val="55000"/>
              </a:schemeClr>
            </a:gs>
          </a:gsLst>
          <a:path path="circle">
            <a:fillToRect l="100000" t="100000" r="100000" b="100000"/>
          </a:path>
          <a:tileRect l="0" t="0" r="0" b="0"/>
        </a:gradFill>
        <a:gradFill>
          <a:gsLst>
            <a:gs pos="0">
              <a:schemeClr val="phClr">
                <a:shade val="85000"/>
              </a:schemeClr>
            </a:gs>
            <a:gs pos="34000">
              <a:schemeClr val="phClr">
                <a:shade val="87000"/>
              </a:schemeClr>
            </a:gs>
            <a:gs pos="70000">
              <a:schemeClr val="phClr">
                <a:tint val="100000"/>
                <a:shade val="90000"/>
              </a:schemeClr>
            </a:gs>
            <a:gs pos="100000">
              <a:schemeClr val="phClr">
                <a:tint val="100000"/>
                <a:shade val="100000"/>
              </a:schemeClr>
            </a:gs>
          </a:gsLst>
          <a:path path="circle">
            <a:fillToRect l="100000" t="100000" r="100000" b="100000"/>
          </a:path>
          <a:tileRect l="0" t="0" r="0" b="0"/>
        </a:gradFill>
      </a:fillStyleLst>
      <a:lnStyleLst>
        <a:ln w="12700" cap="flat" cmpd="sng" algn="ctr">
          <a:prstDash val="solid"/>
        </a:ln>
        <a:ln w="15875" cap="flat" cmpd="sng" algn="ctr">
          <a:prstDash val="solid"/>
        </a:ln>
        <a:ln w="254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</a:schemeClr>
        </a:solidFill>
        <a:gradFill>
          <a:gsLst>
            <a:gs pos="0">
              <a:schemeClr val="phClr">
                <a:tint val="96000"/>
                <a:shade val="99000"/>
              </a:schemeClr>
            </a:gs>
            <a:gs pos="65000">
              <a:schemeClr val="phClr">
                <a:tint val="100000"/>
                <a:shade val="80000"/>
              </a:schemeClr>
            </a:gs>
            <a:gs pos="100000">
              <a:schemeClr val="phClr">
                <a:tint val="100000"/>
                <a:shade val="48000"/>
              </a:schemeClr>
            </a:gs>
          </a:gsLst>
          <a:lin ang="16200000" scaled="0"/>
          <a:tileRect l="0" t="0" r="0" b="0"/>
        </a:gradFill>
      </a:bgFillStyleLst>
    </a:fmtScheme>
  </a:themeElements>
</a:theme>
</file>

<file path=ppt/theme/theme55.xml><?xml version="1.0" encoding="utf-8"?>
<a:theme xmlns:a="http://schemas.openxmlformats.org/drawingml/2006/main" xmlns:r="http://schemas.openxmlformats.org/officeDocument/2006/relationships" name="Retrospección">
  <a:themeElements>
    <a:clrScheme name="Retrospect">
      <a:dk1>
        <a:srgbClr val="000000"/>
      </a:dk1>
      <a:lt1>
        <a:srgbClr val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shade val="92000"/>
              </a:schemeClr>
            </a:gs>
            <a:gs pos="45000">
              <a:schemeClr val="phClr">
                <a:tint val="60000"/>
                <a:shade val="99000"/>
              </a:schemeClr>
            </a:gs>
            <a:gs pos="100000">
              <a:schemeClr val="phClr">
                <a:tint val="55000"/>
              </a:schemeClr>
            </a:gs>
          </a:gsLst>
          <a:path path="circle">
            <a:fillToRect l="100000" t="100000" r="100000" b="100000"/>
          </a:path>
          <a:tileRect l="0" t="0" r="0" b="0"/>
        </a:gradFill>
        <a:gradFill>
          <a:gsLst>
            <a:gs pos="0">
              <a:schemeClr val="phClr">
                <a:shade val="85000"/>
              </a:schemeClr>
            </a:gs>
            <a:gs pos="34000">
              <a:schemeClr val="phClr">
                <a:shade val="87000"/>
              </a:schemeClr>
            </a:gs>
            <a:gs pos="70000">
              <a:schemeClr val="phClr">
                <a:tint val="100000"/>
                <a:shade val="90000"/>
              </a:schemeClr>
            </a:gs>
            <a:gs pos="100000">
              <a:schemeClr val="phClr">
                <a:tint val="100000"/>
                <a:shade val="100000"/>
              </a:schemeClr>
            </a:gs>
          </a:gsLst>
          <a:path path="circle">
            <a:fillToRect l="100000" t="100000" r="100000" b="100000"/>
          </a:path>
          <a:tileRect l="0" t="0" r="0" b="0"/>
        </a:gradFill>
      </a:fillStyleLst>
      <a:lnStyleLst>
        <a:ln w="12700" cap="flat" cmpd="sng" algn="ctr">
          <a:prstDash val="solid"/>
        </a:ln>
        <a:ln w="15875" cap="flat" cmpd="sng" algn="ctr">
          <a:prstDash val="solid"/>
        </a:ln>
        <a:ln w="254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</a:schemeClr>
        </a:solidFill>
        <a:gradFill>
          <a:gsLst>
            <a:gs pos="0">
              <a:schemeClr val="phClr">
                <a:tint val="96000"/>
                <a:shade val="99000"/>
              </a:schemeClr>
            </a:gs>
            <a:gs pos="65000">
              <a:schemeClr val="phClr">
                <a:tint val="100000"/>
                <a:shade val="80000"/>
              </a:schemeClr>
            </a:gs>
            <a:gs pos="100000">
              <a:schemeClr val="phClr">
                <a:tint val="100000"/>
                <a:shade val="48000"/>
              </a:schemeClr>
            </a:gs>
          </a:gsLst>
          <a:lin ang="16200000" scaled="0"/>
          <a:tileRect l="0" t="0" r="0" b="0"/>
        </a:gradFill>
      </a:bgFillStyleLst>
    </a:fmtScheme>
  </a:themeElements>
</a:theme>
</file>

<file path=ppt/theme/theme56.xml><?xml version="1.0" encoding="utf-8"?>
<a:theme xmlns:a="http://schemas.openxmlformats.org/drawingml/2006/main" xmlns:r="http://schemas.openxmlformats.org/officeDocument/2006/relationships" name="Retrospección">
  <a:themeElements>
    <a:clrScheme name="Retrospect">
      <a:dk1>
        <a:srgbClr val="000000"/>
      </a:dk1>
      <a:lt1>
        <a:srgbClr val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shade val="92000"/>
              </a:schemeClr>
            </a:gs>
            <a:gs pos="45000">
              <a:schemeClr val="phClr">
                <a:tint val="60000"/>
                <a:shade val="99000"/>
              </a:schemeClr>
            </a:gs>
            <a:gs pos="100000">
              <a:schemeClr val="phClr">
                <a:tint val="55000"/>
              </a:schemeClr>
            </a:gs>
          </a:gsLst>
          <a:path path="circle">
            <a:fillToRect l="100000" t="100000" r="100000" b="100000"/>
          </a:path>
          <a:tileRect l="0" t="0" r="0" b="0"/>
        </a:gradFill>
        <a:gradFill>
          <a:gsLst>
            <a:gs pos="0">
              <a:schemeClr val="phClr">
                <a:shade val="85000"/>
              </a:schemeClr>
            </a:gs>
            <a:gs pos="34000">
              <a:schemeClr val="phClr">
                <a:shade val="87000"/>
              </a:schemeClr>
            </a:gs>
            <a:gs pos="70000">
              <a:schemeClr val="phClr">
                <a:tint val="100000"/>
                <a:shade val="90000"/>
              </a:schemeClr>
            </a:gs>
            <a:gs pos="100000">
              <a:schemeClr val="phClr">
                <a:tint val="100000"/>
                <a:shade val="100000"/>
              </a:schemeClr>
            </a:gs>
          </a:gsLst>
          <a:path path="circle">
            <a:fillToRect l="100000" t="100000" r="100000" b="100000"/>
          </a:path>
          <a:tileRect l="0" t="0" r="0" b="0"/>
        </a:gradFill>
      </a:fillStyleLst>
      <a:lnStyleLst>
        <a:ln w="12700" cap="flat" cmpd="sng" algn="ctr">
          <a:prstDash val="solid"/>
        </a:ln>
        <a:ln w="15875" cap="flat" cmpd="sng" algn="ctr">
          <a:prstDash val="solid"/>
        </a:ln>
        <a:ln w="254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</a:schemeClr>
        </a:solidFill>
        <a:gradFill>
          <a:gsLst>
            <a:gs pos="0">
              <a:schemeClr val="phClr">
                <a:tint val="96000"/>
                <a:shade val="99000"/>
              </a:schemeClr>
            </a:gs>
            <a:gs pos="65000">
              <a:schemeClr val="phClr">
                <a:tint val="100000"/>
                <a:shade val="80000"/>
              </a:schemeClr>
            </a:gs>
            <a:gs pos="100000">
              <a:schemeClr val="phClr">
                <a:tint val="100000"/>
                <a:shade val="48000"/>
              </a:schemeClr>
            </a:gs>
          </a:gsLst>
          <a:lin ang="16200000" scaled="0"/>
          <a:tileRect l="0" t="0" r="0" b="0"/>
        </a:gradFill>
      </a:bgFillStyleLst>
    </a:fmtScheme>
  </a:themeElements>
</a:theme>
</file>

<file path=ppt/theme/theme57.xml><?xml version="1.0" encoding="utf-8"?>
<a:theme xmlns:a="http://schemas.openxmlformats.org/drawingml/2006/main" xmlns:r="http://schemas.openxmlformats.org/officeDocument/2006/relationships" name="Retrospección">
  <a:themeElements>
    <a:clrScheme name="Retrospect">
      <a:dk1>
        <a:srgbClr val="000000"/>
      </a:dk1>
      <a:lt1>
        <a:srgbClr val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shade val="92000"/>
              </a:schemeClr>
            </a:gs>
            <a:gs pos="45000">
              <a:schemeClr val="phClr">
                <a:tint val="60000"/>
                <a:shade val="99000"/>
              </a:schemeClr>
            </a:gs>
            <a:gs pos="100000">
              <a:schemeClr val="phClr">
                <a:tint val="55000"/>
              </a:schemeClr>
            </a:gs>
          </a:gsLst>
          <a:path path="circle">
            <a:fillToRect l="100000" t="100000" r="100000" b="100000"/>
          </a:path>
          <a:tileRect l="0" t="0" r="0" b="0"/>
        </a:gradFill>
        <a:gradFill>
          <a:gsLst>
            <a:gs pos="0">
              <a:schemeClr val="phClr">
                <a:shade val="85000"/>
              </a:schemeClr>
            </a:gs>
            <a:gs pos="34000">
              <a:schemeClr val="phClr">
                <a:shade val="87000"/>
              </a:schemeClr>
            </a:gs>
            <a:gs pos="70000">
              <a:schemeClr val="phClr">
                <a:tint val="100000"/>
                <a:shade val="90000"/>
              </a:schemeClr>
            </a:gs>
            <a:gs pos="100000">
              <a:schemeClr val="phClr">
                <a:tint val="100000"/>
                <a:shade val="100000"/>
              </a:schemeClr>
            </a:gs>
          </a:gsLst>
          <a:path path="circle">
            <a:fillToRect l="100000" t="100000" r="100000" b="100000"/>
          </a:path>
          <a:tileRect l="0" t="0" r="0" b="0"/>
        </a:gradFill>
      </a:fillStyleLst>
      <a:lnStyleLst>
        <a:ln w="12700" cap="flat" cmpd="sng" algn="ctr">
          <a:prstDash val="solid"/>
        </a:ln>
        <a:ln w="15875" cap="flat" cmpd="sng" algn="ctr">
          <a:prstDash val="solid"/>
        </a:ln>
        <a:ln w="254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</a:schemeClr>
        </a:solidFill>
        <a:gradFill>
          <a:gsLst>
            <a:gs pos="0">
              <a:schemeClr val="phClr">
                <a:tint val="96000"/>
                <a:shade val="99000"/>
              </a:schemeClr>
            </a:gs>
            <a:gs pos="65000">
              <a:schemeClr val="phClr">
                <a:tint val="100000"/>
                <a:shade val="80000"/>
              </a:schemeClr>
            </a:gs>
            <a:gs pos="100000">
              <a:schemeClr val="phClr">
                <a:tint val="100000"/>
                <a:shade val="48000"/>
              </a:schemeClr>
            </a:gs>
          </a:gsLst>
          <a:lin ang="16200000" scaled="0"/>
          <a:tileRect l="0" t="0" r="0" b="0"/>
        </a:gradFill>
      </a:bgFillStyleLst>
    </a:fmtScheme>
  </a:themeElements>
</a:theme>
</file>

<file path=ppt/theme/theme58.xml><?xml version="1.0" encoding="utf-8"?>
<a:theme xmlns:a="http://schemas.openxmlformats.org/drawingml/2006/main" xmlns:r="http://schemas.openxmlformats.org/officeDocument/2006/relationships" name="Retrospección">
  <a:themeElements>
    <a:clrScheme name="Retrospect">
      <a:dk1>
        <a:srgbClr val="000000"/>
      </a:dk1>
      <a:lt1>
        <a:srgbClr val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shade val="92000"/>
              </a:schemeClr>
            </a:gs>
            <a:gs pos="45000">
              <a:schemeClr val="phClr">
                <a:tint val="60000"/>
                <a:shade val="99000"/>
              </a:schemeClr>
            </a:gs>
            <a:gs pos="100000">
              <a:schemeClr val="phClr">
                <a:tint val="55000"/>
              </a:schemeClr>
            </a:gs>
          </a:gsLst>
          <a:path path="circle">
            <a:fillToRect l="100000" t="100000" r="100000" b="100000"/>
          </a:path>
          <a:tileRect l="0" t="0" r="0" b="0"/>
        </a:gradFill>
        <a:gradFill>
          <a:gsLst>
            <a:gs pos="0">
              <a:schemeClr val="phClr">
                <a:shade val="85000"/>
              </a:schemeClr>
            </a:gs>
            <a:gs pos="34000">
              <a:schemeClr val="phClr">
                <a:shade val="87000"/>
              </a:schemeClr>
            </a:gs>
            <a:gs pos="70000">
              <a:schemeClr val="phClr">
                <a:tint val="100000"/>
                <a:shade val="90000"/>
              </a:schemeClr>
            </a:gs>
            <a:gs pos="100000">
              <a:schemeClr val="phClr">
                <a:tint val="100000"/>
                <a:shade val="100000"/>
              </a:schemeClr>
            </a:gs>
          </a:gsLst>
          <a:path path="circle">
            <a:fillToRect l="100000" t="100000" r="100000" b="100000"/>
          </a:path>
          <a:tileRect l="0" t="0" r="0" b="0"/>
        </a:gradFill>
      </a:fillStyleLst>
      <a:lnStyleLst>
        <a:ln w="12700" cap="flat" cmpd="sng" algn="ctr">
          <a:prstDash val="solid"/>
        </a:ln>
        <a:ln w="15875" cap="flat" cmpd="sng" algn="ctr">
          <a:prstDash val="solid"/>
        </a:ln>
        <a:ln w="254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</a:schemeClr>
        </a:solidFill>
        <a:gradFill>
          <a:gsLst>
            <a:gs pos="0">
              <a:schemeClr val="phClr">
                <a:tint val="96000"/>
                <a:shade val="99000"/>
              </a:schemeClr>
            </a:gs>
            <a:gs pos="65000">
              <a:schemeClr val="phClr">
                <a:tint val="100000"/>
                <a:shade val="80000"/>
              </a:schemeClr>
            </a:gs>
            <a:gs pos="100000">
              <a:schemeClr val="phClr">
                <a:tint val="100000"/>
                <a:shade val="48000"/>
              </a:schemeClr>
            </a:gs>
          </a:gsLst>
          <a:lin ang="16200000" scaled="0"/>
          <a:tileRect l="0" t="0" r="0" b="0"/>
        </a:gradFill>
      </a:bgFillStyleLst>
    </a:fmtScheme>
  </a:themeElements>
</a:theme>
</file>

<file path=ppt/theme/theme59.xml><?xml version="1.0" encoding="utf-8"?>
<a:theme xmlns:a="http://schemas.openxmlformats.org/drawingml/2006/main" xmlns:r="http://schemas.openxmlformats.org/officeDocument/2006/relationships" name="Retrospección">
  <a:themeElements>
    <a:clrScheme name="Retrospect">
      <a:dk1>
        <a:srgbClr val="000000"/>
      </a:dk1>
      <a:lt1>
        <a:srgbClr val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shade val="92000"/>
              </a:schemeClr>
            </a:gs>
            <a:gs pos="45000">
              <a:schemeClr val="phClr">
                <a:tint val="60000"/>
                <a:shade val="99000"/>
              </a:schemeClr>
            </a:gs>
            <a:gs pos="100000">
              <a:schemeClr val="phClr">
                <a:tint val="55000"/>
              </a:schemeClr>
            </a:gs>
          </a:gsLst>
          <a:path path="circle">
            <a:fillToRect l="100000" t="100000" r="100000" b="100000"/>
          </a:path>
          <a:tileRect l="0" t="0" r="0" b="0"/>
        </a:gradFill>
        <a:gradFill>
          <a:gsLst>
            <a:gs pos="0">
              <a:schemeClr val="phClr">
                <a:shade val="85000"/>
              </a:schemeClr>
            </a:gs>
            <a:gs pos="34000">
              <a:schemeClr val="phClr">
                <a:shade val="87000"/>
              </a:schemeClr>
            </a:gs>
            <a:gs pos="70000">
              <a:schemeClr val="phClr">
                <a:tint val="100000"/>
                <a:shade val="90000"/>
              </a:schemeClr>
            </a:gs>
            <a:gs pos="100000">
              <a:schemeClr val="phClr">
                <a:tint val="100000"/>
                <a:shade val="100000"/>
              </a:schemeClr>
            </a:gs>
          </a:gsLst>
          <a:path path="circle">
            <a:fillToRect l="100000" t="100000" r="100000" b="100000"/>
          </a:path>
          <a:tileRect l="0" t="0" r="0" b="0"/>
        </a:gradFill>
      </a:fillStyleLst>
      <a:lnStyleLst>
        <a:ln w="12700" cap="flat" cmpd="sng" algn="ctr">
          <a:prstDash val="solid"/>
        </a:ln>
        <a:ln w="15875" cap="flat" cmpd="sng" algn="ctr">
          <a:prstDash val="solid"/>
        </a:ln>
        <a:ln w="254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</a:schemeClr>
        </a:solidFill>
        <a:gradFill>
          <a:gsLst>
            <a:gs pos="0">
              <a:schemeClr val="phClr">
                <a:tint val="96000"/>
                <a:shade val="99000"/>
              </a:schemeClr>
            </a:gs>
            <a:gs pos="65000">
              <a:schemeClr val="phClr">
                <a:tint val="100000"/>
                <a:shade val="80000"/>
              </a:schemeClr>
            </a:gs>
            <a:gs pos="100000">
              <a:schemeClr val="phClr">
                <a:tint val="100000"/>
                <a:shade val="48000"/>
              </a:schemeClr>
            </a:gs>
          </a:gsLst>
          <a:lin ang="16200000" scaled="0"/>
          <a:tileRect l="0" t="0" r="0" b="0"/>
        </a:gradFill>
      </a:bgFillStyleLst>
    </a:fmtScheme>
  </a:themeElements>
</a:theme>
</file>

<file path=ppt/theme/theme60.xml><?xml version="1.0" encoding="utf-8"?>
<a:theme xmlns:a="http://schemas.openxmlformats.org/drawingml/2006/main" xmlns:r="http://schemas.openxmlformats.org/officeDocument/2006/relationships" name="Retrospección">
  <a:themeElements>
    <a:clrScheme name="Retrospect">
      <a:dk1>
        <a:srgbClr val="000000"/>
      </a:dk1>
      <a:lt1>
        <a:srgbClr val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shade val="92000"/>
              </a:schemeClr>
            </a:gs>
            <a:gs pos="45000">
              <a:schemeClr val="phClr">
                <a:tint val="60000"/>
                <a:shade val="99000"/>
              </a:schemeClr>
            </a:gs>
            <a:gs pos="100000">
              <a:schemeClr val="phClr">
                <a:tint val="55000"/>
              </a:schemeClr>
            </a:gs>
          </a:gsLst>
          <a:path path="circle">
            <a:fillToRect l="100000" t="100000" r="100000" b="100000"/>
          </a:path>
          <a:tileRect l="0" t="0" r="0" b="0"/>
        </a:gradFill>
        <a:gradFill>
          <a:gsLst>
            <a:gs pos="0">
              <a:schemeClr val="phClr">
                <a:shade val="85000"/>
              </a:schemeClr>
            </a:gs>
            <a:gs pos="34000">
              <a:schemeClr val="phClr">
                <a:shade val="87000"/>
              </a:schemeClr>
            </a:gs>
            <a:gs pos="70000">
              <a:schemeClr val="phClr">
                <a:tint val="100000"/>
                <a:shade val="90000"/>
              </a:schemeClr>
            </a:gs>
            <a:gs pos="100000">
              <a:schemeClr val="phClr">
                <a:tint val="100000"/>
                <a:shade val="100000"/>
              </a:schemeClr>
            </a:gs>
          </a:gsLst>
          <a:path path="circle">
            <a:fillToRect l="100000" t="100000" r="100000" b="100000"/>
          </a:path>
          <a:tileRect l="0" t="0" r="0" b="0"/>
        </a:gradFill>
      </a:fillStyleLst>
      <a:lnStyleLst>
        <a:ln w="12700" cap="flat" cmpd="sng" algn="ctr">
          <a:prstDash val="solid"/>
        </a:ln>
        <a:ln w="15875" cap="flat" cmpd="sng" algn="ctr">
          <a:prstDash val="solid"/>
        </a:ln>
        <a:ln w="254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</a:schemeClr>
        </a:solidFill>
        <a:gradFill>
          <a:gsLst>
            <a:gs pos="0">
              <a:schemeClr val="phClr">
                <a:tint val="96000"/>
                <a:shade val="99000"/>
              </a:schemeClr>
            </a:gs>
            <a:gs pos="65000">
              <a:schemeClr val="phClr">
                <a:tint val="100000"/>
                <a:shade val="80000"/>
              </a:schemeClr>
            </a:gs>
            <a:gs pos="100000">
              <a:schemeClr val="phClr">
                <a:tint val="100000"/>
                <a:shade val="48000"/>
              </a:schemeClr>
            </a:gs>
          </a:gsLst>
          <a:lin ang="16200000" scaled="0"/>
          <a:tileRect l="0" t="0" r="0" b="0"/>
        </a:gradFill>
      </a:bgFillStyleLst>
    </a:fmtScheme>
  </a:themeElements>
</a:theme>
</file>

<file path=ppt/theme/theme61.xml><?xml version="1.0" encoding="utf-8"?>
<a:theme xmlns:a="http://schemas.openxmlformats.org/drawingml/2006/main" xmlns:r="http://schemas.openxmlformats.org/officeDocument/2006/relationships" name="Retrospección">
  <a:themeElements>
    <a:clrScheme name="Retrospect">
      <a:dk1>
        <a:srgbClr val="000000"/>
      </a:dk1>
      <a:lt1>
        <a:srgbClr val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shade val="92000"/>
              </a:schemeClr>
            </a:gs>
            <a:gs pos="45000">
              <a:schemeClr val="phClr">
                <a:tint val="60000"/>
                <a:shade val="99000"/>
              </a:schemeClr>
            </a:gs>
            <a:gs pos="100000">
              <a:schemeClr val="phClr">
                <a:tint val="55000"/>
              </a:schemeClr>
            </a:gs>
          </a:gsLst>
          <a:path path="circle">
            <a:fillToRect l="100000" t="100000" r="100000" b="100000"/>
          </a:path>
          <a:tileRect l="0" t="0" r="0" b="0"/>
        </a:gradFill>
        <a:gradFill>
          <a:gsLst>
            <a:gs pos="0">
              <a:schemeClr val="phClr">
                <a:shade val="85000"/>
              </a:schemeClr>
            </a:gs>
            <a:gs pos="34000">
              <a:schemeClr val="phClr">
                <a:shade val="87000"/>
              </a:schemeClr>
            </a:gs>
            <a:gs pos="70000">
              <a:schemeClr val="phClr">
                <a:tint val="100000"/>
                <a:shade val="90000"/>
              </a:schemeClr>
            </a:gs>
            <a:gs pos="100000">
              <a:schemeClr val="phClr">
                <a:tint val="100000"/>
                <a:shade val="100000"/>
              </a:schemeClr>
            </a:gs>
          </a:gsLst>
          <a:path path="circle">
            <a:fillToRect l="100000" t="100000" r="100000" b="100000"/>
          </a:path>
          <a:tileRect l="0" t="0" r="0" b="0"/>
        </a:gradFill>
      </a:fillStyleLst>
      <a:lnStyleLst>
        <a:ln w="12700" cap="flat" cmpd="sng" algn="ctr">
          <a:prstDash val="solid"/>
        </a:ln>
        <a:ln w="15875" cap="flat" cmpd="sng" algn="ctr">
          <a:prstDash val="solid"/>
        </a:ln>
        <a:ln w="254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</a:schemeClr>
        </a:solidFill>
        <a:gradFill>
          <a:gsLst>
            <a:gs pos="0">
              <a:schemeClr val="phClr">
                <a:tint val="96000"/>
                <a:shade val="99000"/>
              </a:schemeClr>
            </a:gs>
            <a:gs pos="65000">
              <a:schemeClr val="phClr">
                <a:tint val="100000"/>
                <a:shade val="80000"/>
              </a:schemeClr>
            </a:gs>
            <a:gs pos="100000">
              <a:schemeClr val="phClr">
                <a:tint val="100000"/>
                <a:shade val="48000"/>
              </a:schemeClr>
            </a:gs>
          </a:gsLst>
          <a:lin ang="16200000" scaled="0"/>
          <a:tileRect l="0" t="0" r="0" b="0"/>
        </a:gradFill>
      </a:bgFillStyleLst>
    </a:fmtScheme>
  </a:themeElements>
</a:theme>
</file>

<file path=ppt/theme/theme62.xml><?xml version="1.0" encoding="utf-8"?>
<a:theme xmlns:a="http://schemas.openxmlformats.org/drawingml/2006/main" xmlns:r="http://schemas.openxmlformats.org/officeDocument/2006/relationships" name="Retrospección">
  <a:themeElements>
    <a:clrScheme name="Retrospect">
      <a:dk1>
        <a:srgbClr val="000000"/>
      </a:dk1>
      <a:lt1>
        <a:srgbClr val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shade val="92000"/>
              </a:schemeClr>
            </a:gs>
            <a:gs pos="45000">
              <a:schemeClr val="phClr">
                <a:tint val="60000"/>
                <a:shade val="99000"/>
              </a:schemeClr>
            </a:gs>
            <a:gs pos="100000">
              <a:schemeClr val="phClr">
                <a:tint val="55000"/>
              </a:schemeClr>
            </a:gs>
          </a:gsLst>
          <a:path path="circle">
            <a:fillToRect l="100000" t="100000" r="100000" b="100000"/>
          </a:path>
          <a:tileRect l="0" t="0" r="0" b="0"/>
        </a:gradFill>
        <a:gradFill>
          <a:gsLst>
            <a:gs pos="0">
              <a:schemeClr val="phClr">
                <a:shade val="85000"/>
              </a:schemeClr>
            </a:gs>
            <a:gs pos="34000">
              <a:schemeClr val="phClr">
                <a:shade val="87000"/>
              </a:schemeClr>
            </a:gs>
            <a:gs pos="70000">
              <a:schemeClr val="phClr">
                <a:tint val="100000"/>
                <a:shade val="90000"/>
              </a:schemeClr>
            </a:gs>
            <a:gs pos="100000">
              <a:schemeClr val="phClr">
                <a:tint val="100000"/>
                <a:shade val="100000"/>
              </a:schemeClr>
            </a:gs>
          </a:gsLst>
          <a:path path="circle">
            <a:fillToRect l="100000" t="100000" r="100000" b="100000"/>
          </a:path>
          <a:tileRect l="0" t="0" r="0" b="0"/>
        </a:gradFill>
      </a:fillStyleLst>
      <a:lnStyleLst>
        <a:ln w="12700" cap="flat" cmpd="sng" algn="ctr">
          <a:prstDash val="solid"/>
        </a:ln>
        <a:ln w="15875" cap="flat" cmpd="sng" algn="ctr">
          <a:prstDash val="solid"/>
        </a:ln>
        <a:ln w="254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</a:schemeClr>
        </a:solidFill>
        <a:gradFill>
          <a:gsLst>
            <a:gs pos="0">
              <a:schemeClr val="phClr">
                <a:tint val="96000"/>
                <a:shade val="99000"/>
              </a:schemeClr>
            </a:gs>
            <a:gs pos="65000">
              <a:schemeClr val="phClr">
                <a:tint val="100000"/>
                <a:shade val="80000"/>
              </a:schemeClr>
            </a:gs>
            <a:gs pos="100000">
              <a:schemeClr val="phClr">
                <a:tint val="100000"/>
                <a:shade val="48000"/>
              </a:schemeClr>
            </a:gs>
          </a:gsLst>
          <a:lin ang="16200000" scaled="0"/>
          <a:tileRect l="0" t="0" r="0" b="0"/>
        </a:gradFill>
      </a:bgFillStyleLst>
    </a:fmtScheme>
  </a:themeElements>
</a:theme>
</file>

<file path=ppt/theme/theme63.xml><?xml version="1.0" encoding="utf-8"?>
<a:theme xmlns:a="http://schemas.openxmlformats.org/drawingml/2006/main" xmlns:r="http://schemas.openxmlformats.org/officeDocument/2006/relationships" name="Retrospección">
  <a:themeElements>
    <a:clrScheme name="Retrospect">
      <a:dk1>
        <a:srgbClr val="000000"/>
      </a:dk1>
      <a:lt1>
        <a:srgbClr val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shade val="92000"/>
              </a:schemeClr>
            </a:gs>
            <a:gs pos="45000">
              <a:schemeClr val="phClr">
                <a:tint val="60000"/>
                <a:shade val="99000"/>
              </a:schemeClr>
            </a:gs>
            <a:gs pos="100000">
              <a:schemeClr val="phClr">
                <a:tint val="55000"/>
              </a:schemeClr>
            </a:gs>
          </a:gsLst>
          <a:path path="circle">
            <a:fillToRect l="100000" t="100000" r="100000" b="100000"/>
          </a:path>
          <a:tileRect l="0" t="0" r="0" b="0"/>
        </a:gradFill>
        <a:gradFill>
          <a:gsLst>
            <a:gs pos="0">
              <a:schemeClr val="phClr">
                <a:shade val="85000"/>
              </a:schemeClr>
            </a:gs>
            <a:gs pos="34000">
              <a:schemeClr val="phClr">
                <a:shade val="87000"/>
              </a:schemeClr>
            </a:gs>
            <a:gs pos="70000">
              <a:schemeClr val="phClr">
                <a:tint val="100000"/>
                <a:shade val="90000"/>
              </a:schemeClr>
            </a:gs>
            <a:gs pos="100000">
              <a:schemeClr val="phClr">
                <a:tint val="100000"/>
                <a:shade val="100000"/>
              </a:schemeClr>
            </a:gs>
          </a:gsLst>
          <a:path path="circle">
            <a:fillToRect l="100000" t="100000" r="100000" b="100000"/>
          </a:path>
          <a:tileRect l="0" t="0" r="0" b="0"/>
        </a:gradFill>
      </a:fillStyleLst>
      <a:lnStyleLst>
        <a:ln w="12700" cap="flat" cmpd="sng" algn="ctr">
          <a:prstDash val="solid"/>
        </a:ln>
        <a:ln w="15875" cap="flat" cmpd="sng" algn="ctr">
          <a:prstDash val="solid"/>
        </a:ln>
        <a:ln w="254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</a:schemeClr>
        </a:solidFill>
        <a:gradFill>
          <a:gsLst>
            <a:gs pos="0">
              <a:schemeClr val="phClr">
                <a:tint val="96000"/>
                <a:shade val="99000"/>
              </a:schemeClr>
            </a:gs>
            <a:gs pos="65000">
              <a:schemeClr val="phClr">
                <a:tint val="100000"/>
                <a:shade val="80000"/>
              </a:schemeClr>
            </a:gs>
            <a:gs pos="100000">
              <a:schemeClr val="phClr">
                <a:tint val="100000"/>
                <a:shade val="48000"/>
              </a:schemeClr>
            </a:gs>
          </a:gsLst>
          <a:lin ang="16200000" scaled="0"/>
          <a:tileRect l="0" t="0" r="0" b="0"/>
        </a:gradFill>
      </a:bgFillStyleLst>
    </a:fmtScheme>
  </a:themeElements>
</a:theme>
</file>

<file path=ppt/theme/theme64.xml><?xml version="1.0" encoding="utf-8"?>
<a:theme xmlns:a="http://schemas.openxmlformats.org/drawingml/2006/main" xmlns:r="http://schemas.openxmlformats.org/officeDocument/2006/relationships" name="Retrospección">
  <a:themeElements>
    <a:clrScheme name="Retrospect">
      <a:dk1>
        <a:srgbClr val="000000"/>
      </a:dk1>
      <a:lt1>
        <a:srgbClr val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shade val="92000"/>
              </a:schemeClr>
            </a:gs>
            <a:gs pos="45000">
              <a:schemeClr val="phClr">
                <a:tint val="60000"/>
                <a:shade val="99000"/>
              </a:schemeClr>
            </a:gs>
            <a:gs pos="100000">
              <a:schemeClr val="phClr">
                <a:tint val="55000"/>
              </a:schemeClr>
            </a:gs>
          </a:gsLst>
          <a:path path="circle">
            <a:fillToRect l="100000" t="100000" r="100000" b="100000"/>
          </a:path>
          <a:tileRect l="0" t="0" r="0" b="0"/>
        </a:gradFill>
        <a:gradFill>
          <a:gsLst>
            <a:gs pos="0">
              <a:schemeClr val="phClr">
                <a:shade val="85000"/>
              </a:schemeClr>
            </a:gs>
            <a:gs pos="34000">
              <a:schemeClr val="phClr">
                <a:shade val="87000"/>
              </a:schemeClr>
            </a:gs>
            <a:gs pos="70000">
              <a:schemeClr val="phClr">
                <a:tint val="100000"/>
                <a:shade val="90000"/>
              </a:schemeClr>
            </a:gs>
            <a:gs pos="100000">
              <a:schemeClr val="phClr">
                <a:tint val="100000"/>
                <a:shade val="100000"/>
              </a:schemeClr>
            </a:gs>
          </a:gsLst>
          <a:path path="circle">
            <a:fillToRect l="100000" t="100000" r="100000" b="100000"/>
          </a:path>
          <a:tileRect l="0" t="0" r="0" b="0"/>
        </a:gradFill>
      </a:fillStyleLst>
      <a:lnStyleLst>
        <a:ln w="12700" cap="flat" cmpd="sng" algn="ctr">
          <a:prstDash val="solid"/>
        </a:ln>
        <a:ln w="15875" cap="flat" cmpd="sng" algn="ctr">
          <a:prstDash val="solid"/>
        </a:ln>
        <a:ln w="254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</a:schemeClr>
        </a:solidFill>
        <a:gradFill>
          <a:gsLst>
            <a:gs pos="0">
              <a:schemeClr val="phClr">
                <a:tint val="96000"/>
                <a:shade val="99000"/>
              </a:schemeClr>
            </a:gs>
            <a:gs pos="65000">
              <a:schemeClr val="phClr">
                <a:tint val="100000"/>
                <a:shade val="80000"/>
              </a:schemeClr>
            </a:gs>
            <a:gs pos="100000">
              <a:schemeClr val="phClr">
                <a:tint val="100000"/>
                <a:shade val="48000"/>
              </a:schemeClr>
            </a:gs>
          </a:gsLst>
          <a:lin ang="16200000" scaled="0"/>
          <a:tileRect l="0" t="0" r="0" b="0"/>
        </a:gradFill>
      </a:bgFillStyleLst>
    </a:fmtScheme>
  </a:themeElements>
</a:theme>
</file>

<file path=ppt/theme/theme65.xml><?xml version="1.0" encoding="utf-8"?>
<a:theme xmlns:a="http://schemas.openxmlformats.org/drawingml/2006/main" xmlns:r="http://schemas.openxmlformats.org/officeDocument/2006/relationships" name="Retrospección">
  <a:themeElements>
    <a:clrScheme name="Retrospect">
      <a:dk1>
        <a:srgbClr val="000000"/>
      </a:dk1>
      <a:lt1>
        <a:srgbClr val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shade val="92000"/>
              </a:schemeClr>
            </a:gs>
            <a:gs pos="45000">
              <a:schemeClr val="phClr">
                <a:tint val="60000"/>
                <a:shade val="99000"/>
              </a:schemeClr>
            </a:gs>
            <a:gs pos="100000">
              <a:schemeClr val="phClr">
                <a:tint val="55000"/>
              </a:schemeClr>
            </a:gs>
          </a:gsLst>
          <a:path path="circle">
            <a:fillToRect l="100000" t="100000" r="100000" b="100000"/>
          </a:path>
          <a:tileRect l="0" t="0" r="0" b="0"/>
        </a:gradFill>
        <a:gradFill>
          <a:gsLst>
            <a:gs pos="0">
              <a:schemeClr val="phClr">
                <a:shade val="85000"/>
              </a:schemeClr>
            </a:gs>
            <a:gs pos="34000">
              <a:schemeClr val="phClr">
                <a:shade val="87000"/>
              </a:schemeClr>
            </a:gs>
            <a:gs pos="70000">
              <a:schemeClr val="phClr">
                <a:tint val="100000"/>
                <a:shade val="90000"/>
              </a:schemeClr>
            </a:gs>
            <a:gs pos="100000">
              <a:schemeClr val="phClr">
                <a:tint val="100000"/>
                <a:shade val="100000"/>
              </a:schemeClr>
            </a:gs>
          </a:gsLst>
          <a:path path="circle">
            <a:fillToRect l="100000" t="100000" r="100000" b="100000"/>
          </a:path>
          <a:tileRect l="0" t="0" r="0" b="0"/>
        </a:gradFill>
      </a:fillStyleLst>
      <a:lnStyleLst>
        <a:ln w="12700" cap="flat" cmpd="sng" algn="ctr">
          <a:prstDash val="solid"/>
        </a:ln>
        <a:ln w="15875" cap="flat" cmpd="sng" algn="ctr">
          <a:prstDash val="solid"/>
        </a:ln>
        <a:ln w="254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</a:schemeClr>
        </a:solidFill>
        <a:gradFill>
          <a:gsLst>
            <a:gs pos="0">
              <a:schemeClr val="phClr">
                <a:tint val="96000"/>
                <a:shade val="99000"/>
              </a:schemeClr>
            </a:gs>
            <a:gs pos="65000">
              <a:schemeClr val="phClr">
                <a:tint val="100000"/>
                <a:shade val="80000"/>
              </a:schemeClr>
            </a:gs>
            <a:gs pos="100000">
              <a:schemeClr val="phClr">
                <a:tint val="100000"/>
                <a:shade val="48000"/>
              </a:schemeClr>
            </a:gs>
          </a:gsLst>
          <a:lin ang="16200000" scaled="0"/>
          <a:tileRect l="0" t="0" r="0" b="0"/>
        </a:gradFill>
      </a:bgFillStyleLst>
    </a:fmtScheme>
  </a:themeElements>
</a:theme>
</file>

<file path=ppt/theme/theme66.xml><?xml version="1.0" encoding="utf-8"?>
<a:theme xmlns:a="http://schemas.openxmlformats.org/drawingml/2006/main" xmlns:r="http://schemas.openxmlformats.org/officeDocument/2006/relationships" name="Retrospección">
  <a:themeElements>
    <a:clrScheme name="Retrospect">
      <a:dk1>
        <a:srgbClr val="000000"/>
      </a:dk1>
      <a:lt1>
        <a:srgbClr val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shade val="92000"/>
              </a:schemeClr>
            </a:gs>
            <a:gs pos="45000">
              <a:schemeClr val="phClr">
                <a:tint val="60000"/>
                <a:shade val="99000"/>
              </a:schemeClr>
            </a:gs>
            <a:gs pos="100000">
              <a:schemeClr val="phClr">
                <a:tint val="55000"/>
              </a:schemeClr>
            </a:gs>
          </a:gsLst>
          <a:path path="circle">
            <a:fillToRect l="100000" t="100000" r="100000" b="100000"/>
          </a:path>
          <a:tileRect l="0" t="0" r="0" b="0"/>
        </a:gradFill>
        <a:gradFill>
          <a:gsLst>
            <a:gs pos="0">
              <a:schemeClr val="phClr">
                <a:shade val="85000"/>
              </a:schemeClr>
            </a:gs>
            <a:gs pos="34000">
              <a:schemeClr val="phClr">
                <a:shade val="87000"/>
              </a:schemeClr>
            </a:gs>
            <a:gs pos="70000">
              <a:schemeClr val="phClr">
                <a:tint val="100000"/>
                <a:shade val="90000"/>
              </a:schemeClr>
            </a:gs>
            <a:gs pos="100000">
              <a:schemeClr val="phClr">
                <a:tint val="100000"/>
                <a:shade val="100000"/>
              </a:schemeClr>
            </a:gs>
          </a:gsLst>
          <a:path path="circle">
            <a:fillToRect l="100000" t="100000" r="100000" b="100000"/>
          </a:path>
          <a:tileRect l="0" t="0" r="0" b="0"/>
        </a:gradFill>
      </a:fillStyleLst>
      <a:lnStyleLst>
        <a:ln w="12700" cap="flat" cmpd="sng" algn="ctr">
          <a:prstDash val="solid"/>
        </a:ln>
        <a:ln w="15875" cap="flat" cmpd="sng" algn="ctr">
          <a:prstDash val="solid"/>
        </a:ln>
        <a:ln w="254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</a:schemeClr>
        </a:solidFill>
        <a:gradFill>
          <a:gsLst>
            <a:gs pos="0">
              <a:schemeClr val="phClr">
                <a:tint val="96000"/>
                <a:shade val="99000"/>
              </a:schemeClr>
            </a:gs>
            <a:gs pos="65000">
              <a:schemeClr val="phClr">
                <a:tint val="100000"/>
                <a:shade val="80000"/>
              </a:schemeClr>
            </a:gs>
            <a:gs pos="100000">
              <a:schemeClr val="phClr">
                <a:tint val="100000"/>
                <a:shade val="48000"/>
              </a:schemeClr>
            </a:gs>
          </a:gsLst>
          <a:lin ang="16200000" scaled="0"/>
          <a:tileRect l="0" t="0" r="0" b="0"/>
        </a:gradFill>
      </a:bgFillStyleLst>
    </a:fmtScheme>
  </a:themeElements>
</a:theme>
</file>

<file path=ppt/theme/theme67.xml><?xml version="1.0" encoding="utf-8"?>
<a:theme xmlns:a="http://schemas.openxmlformats.org/drawingml/2006/main" xmlns:r="http://schemas.openxmlformats.org/officeDocument/2006/relationships" name="Retrospección">
  <a:themeElements>
    <a:clrScheme name="Retrospect">
      <a:dk1>
        <a:srgbClr val="000000"/>
      </a:dk1>
      <a:lt1>
        <a:srgbClr val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shade val="92000"/>
              </a:schemeClr>
            </a:gs>
            <a:gs pos="45000">
              <a:schemeClr val="phClr">
                <a:tint val="60000"/>
                <a:shade val="99000"/>
              </a:schemeClr>
            </a:gs>
            <a:gs pos="100000">
              <a:schemeClr val="phClr">
                <a:tint val="55000"/>
              </a:schemeClr>
            </a:gs>
          </a:gsLst>
          <a:path path="circle">
            <a:fillToRect l="100000" t="100000" r="100000" b="100000"/>
          </a:path>
          <a:tileRect l="0" t="0" r="0" b="0"/>
        </a:gradFill>
        <a:gradFill>
          <a:gsLst>
            <a:gs pos="0">
              <a:schemeClr val="phClr">
                <a:shade val="85000"/>
              </a:schemeClr>
            </a:gs>
            <a:gs pos="34000">
              <a:schemeClr val="phClr">
                <a:shade val="87000"/>
              </a:schemeClr>
            </a:gs>
            <a:gs pos="70000">
              <a:schemeClr val="phClr">
                <a:tint val="100000"/>
                <a:shade val="90000"/>
              </a:schemeClr>
            </a:gs>
            <a:gs pos="100000">
              <a:schemeClr val="phClr">
                <a:tint val="100000"/>
                <a:shade val="100000"/>
              </a:schemeClr>
            </a:gs>
          </a:gsLst>
          <a:path path="circle">
            <a:fillToRect l="100000" t="100000" r="100000" b="100000"/>
          </a:path>
          <a:tileRect l="0" t="0" r="0" b="0"/>
        </a:gradFill>
      </a:fillStyleLst>
      <a:lnStyleLst>
        <a:ln w="12700" cap="flat" cmpd="sng" algn="ctr">
          <a:prstDash val="solid"/>
        </a:ln>
        <a:ln w="15875" cap="flat" cmpd="sng" algn="ctr">
          <a:prstDash val="solid"/>
        </a:ln>
        <a:ln w="254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</a:schemeClr>
        </a:solidFill>
        <a:gradFill>
          <a:gsLst>
            <a:gs pos="0">
              <a:schemeClr val="phClr">
                <a:tint val="96000"/>
                <a:shade val="99000"/>
              </a:schemeClr>
            </a:gs>
            <a:gs pos="65000">
              <a:schemeClr val="phClr">
                <a:tint val="100000"/>
                <a:shade val="80000"/>
              </a:schemeClr>
            </a:gs>
            <a:gs pos="100000">
              <a:schemeClr val="phClr">
                <a:tint val="100000"/>
                <a:shade val="48000"/>
              </a:schemeClr>
            </a:gs>
          </a:gsLst>
          <a:lin ang="16200000" scaled="0"/>
          <a:tileRect l="0" t="0" r="0" b="0"/>
        </a:gradFill>
      </a:bgFillStyleLst>
    </a:fmtScheme>
  </a:themeElements>
</a:theme>
</file>

<file path=ppt/theme/theme68.xml><?xml version="1.0" encoding="utf-8"?>
<a:theme xmlns:a="http://schemas.openxmlformats.org/drawingml/2006/main" xmlns:r="http://schemas.openxmlformats.org/officeDocument/2006/relationships" name="Retrospección">
  <a:themeElements>
    <a:clrScheme name="Retrospect">
      <a:dk1>
        <a:srgbClr val="000000"/>
      </a:dk1>
      <a:lt1>
        <a:srgbClr val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shade val="92000"/>
              </a:schemeClr>
            </a:gs>
            <a:gs pos="45000">
              <a:schemeClr val="phClr">
                <a:tint val="60000"/>
                <a:shade val="99000"/>
              </a:schemeClr>
            </a:gs>
            <a:gs pos="100000">
              <a:schemeClr val="phClr">
                <a:tint val="55000"/>
              </a:schemeClr>
            </a:gs>
          </a:gsLst>
          <a:path path="circle">
            <a:fillToRect l="100000" t="100000" r="100000" b="100000"/>
          </a:path>
          <a:tileRect l="0" t="0" r="0" b="0"/>
        </a:gradFill>
        <a:gradFill>
          <a:gsLst>
            <a:gs pos="0">
              <a:schemeClr val="phClr">
                <a:shade val="85000"/>
              </a:schemeClr>
            </a:gs>
            <a:gs pos="34000">
              <a:schemeClr val="phClr">
                <a:shade val="87000"/>
              </a:schemeClr>
            </a:gs>
            <a:gs pos="70000">
              <a:schemeClr val="phClr">
                <a:tint val="100000"/>
                <a:shade val="90000"/>
              </a:schemeClr>
            </a:gs>
            <a:gs pos="100000">
              <a:schemeClr val="phClr">
                <a:tint val="100000"/>
                <a:shade val="100000"/>
              </a:schemeClr>
            </a:gs>
          </a:gsLst>
          <a:path path="circle">
            <a:fillToRect l="100000" t="100000" r="100000" b="100000"/>
          </a:path>
          <a:tileRect l="0" t="0" r="0" b="0"/>
        </a:gradFill>
      </a:fillStyleLst>
      <a:lnStyleLst>
        <a:ln w="12700" cap="flat" cmpd="sng" algn="ctr">
          <a:prstDash val="solid"/>
        </a:ln>
        <a:ln w="15875" cap="flat" cmpd="sng" algn="ctr">
          <a:prstDash val="solid"/>
        </a:ln>
        <a:ln w="254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</a:schemeClr>
        </a:solidFill>
        <a:gradFill>
          <a:gsLst>
            <a:gs pos="0">
              <a:schemeClr val="phClr">
                <a:tint val="96000"/>
                <a:shade val="99000"/>
              </a:schemeClr>
            </a:gs>
            <a:gs pos="65000">
              <a:schemeClr val="phClr">
                <a:tint val="100000"/>
                <a:shade val="80000"/>
              </a:schemeClr>
            </a:gs>
            <a:gs pos="100000">
              <a:schemeClr val="phClr">
                <a:tint val="100000"/>
                <a:shade val="48000"/>
              </a:schemeClr>
            </a:gs>
          </a:gsLst>
          <a:lin ang="16200000" scaled="0"/>
          <a:tileRect l="0" t="0" r="0" b="0"/>
        </a:gradFill>
      </a:bgFillStyleLst>
    </a:fmtScheme>
  </a:themeElements>
</a:theme>
</file>

<file path=ppt/theme/theme69.xml><?xml version="1.0" encoding="utf-8"?>
<a:theme xmlns:a="http://schemas.openxmlformats.org/drawingml/2006/main" xmlns:r="http://schemas.openxmlformats.org/officeDocument/2006/relationships" name="Retrospección">
  <a:themeElements>
    <a:clrScheme name="Retrospect">
      <a:dk1>
        <a:srgbClr val="000000"/>
      </a:dk1>
      <a:lt1>
        <a:srgbClr val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shade val="92000"/>
              </a:schemeClr>
            </a:gs>
            <a:gs pos="45000">
              <a:schemeClr val="phClr">
                <a:tint val="60000"/>
                <a:shade val="99000"/>
              </a:schemeClr>
            </a:gs>
            <a:gs pos="100000">
              <a:schemeClr val="phClr">
                <a:tint val="55000"/>
              </a:schemeClr>
            </a:gs>
          </a:gsLst>
          <a:path path="circle">
            <a:fillToRect l="100000" t="100000" r="100000" b="100000"/>
          </a:path>
          <a:tileRect l="0" t="0" r="0" b="0"/>
        </a:gradFill>
        <a:gradFill>
          <a:gsLst>
            <a:gs pos="0">
              <a:schemeClr val="phClr">
                <a:shade val="85000"/>
              </a:schemeClr>
            </a:gs>
            <a:gs pos="34000">
              <a:schemeClr val="phClr">
                <a:shade val="87000"/>
              </a:schemeClr>
            </a:gs>
            <a:gs pos="70000">
              <a:schemeClr val="phClr">
                <a:tint val="100000"/>
                <a:shade val="90000"/>
              </a:schemeClr>
            </a:gs>
            <a:gs pos="100000">
              <a:schemeClr val="phClr">
                <a:tint val="100000"/>
                <a:shade val="100000"/>
              </a:schemeClr>
            </a:gs>
          </a:gsLst>
          <a:path path="circle">
            <a:fillToRect l="100000" t="100000" r="100000" b="100000"/>
          </a:path>
          <a:tileRect l="0" t="0" r="0" b="0"/>
        </a:gradFill>
      </a:fillStyleLst>
      <a:lnStyleLst>
        <a:ln w="12700" cap="flat" cmpd="sng" algn="ctr">
          <a:prstDash val="solid"/>
        </a:ln>
        <a:ln w="15875" cap="flat" cmpd="sng" algn="ctr">
          <a:prstDash val="solid"/>
        </a:ln>
        <a:ln w="254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</a:schemeClr>
        </a:solidFill>
        <a:gradFill>
          <a:gsLst>
            <a:gs pos="0">
              <a:schemeClr val="phClr">
                <a:tint val="96000"/>
                <a:shade val="99000"/>
              </a:schemeClr>
            </a:gs>
            <a:gs pos="65000">
              <a:schemeClr val="phClr">
                <a:tint val="100000"/>
                <a:shade val="80000"/>
              </a:schemeClr>
            </a:gs>
            <a:gs pos="100000">
              <a:schemeClr val="phClr">
                <a:tint val="100000"/>
                <a:shade val="48000"/>
              </a:schemeClr>
            </a:gs>
          </a:gsLst>
          <a:lin ang="16200000" scaled="0"/>
          <a:tileRect l="0" t="0" r="0" b="0"/>
        </a:gradFill>
      </a:bgFillStyleLst>
    </a:fmtScheme>
  </a:themeElements>
</a:theme>
</file>

<file path=ppt/theme/theme70.xml><?xml version="1.0" encoding="utf-8"?>
<a:theme xmlns:a="http://schemas.openxmlformats.org/drawingml/2006/main" xmlns:r="http://schemas.openxmlformats.org/officeDocument/2006/relationships" name="Retrospección">
  <a:themeElements>
    <a:clrScheme name="Retrospect">
      <a:dk1>
        <a:srgbClr val="000000"/>
      </a:dk1>
      <a:lt1>
        <a:srgbClr val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shade val="92000"/>
              </a:schemeClr>
            </a:gs>
            <a:gs pos="45000">
              <a:schemeClr val="phClr">
                <a:tint val="60000"/>
                <a:shade val="99000"/>
              </a:schemeClr>
            </a:gs>
            <a:gs pos="100000">
              <a:schemeClr val="phClr">
                <a:tint val="55000"/>
              </a:schemeClr>
            </a:gs>
          </a:gsLst>
          <a:path path="circle">
            <a:fillToRect l="100000" t="100000" r="100000" b="100000"/>
          </a:path>
          <a:tileRect l="0" t="0" r="0" b="0"/>
        </a:gradFill>
        <a:gradFill>
          <a:gsLst>
            <a:gs pos="0">
              <a:schemeClr val="phClr">
                <a:shade val="85000"/>
              </a:schemeClr>
            </a:gs>
            <a:gs pos="34000">
              <a:schemeClr val="phClr">
                <a:shade val="87000"/>
              </a:schemeClr>
            </a:gs>
            <a:gs pos="70000">
              <a:schemeClr val="phClr">
                <a:tint val="100000"/>
                <a:shade val="90000"/>
              </a:schemeClr>
            </a:gs>
            <a:gs pos="100000">
              <a:schemeClr val="phClr">
                <a:tint val="100000"/>
                <a:shade val="100000"/>
              </a:schemeClr>
            </a:gs>
          </a:gsLst>
          <a:path path="circle">
            <a:fillToRect l="100000" t="100000" r="100000" b="100000"/>
          </a:path>
          <a:tileRect l="0" t="0" r="0" b="0"/>
        </a:gradFill>
      </a:fillStyleLst>
      <a:lnStyleLst>
        <a:ln w="12700" cap="flat" cmpd="sng" algn="ctr">
          <a:prstDash val="solid"/>
        </a:ln>
        <a:ln w="15875" cap="flat" cmpd="sng" algn="ctr">
          <a:prstDash val="solid"/>
        </a:ln>
        <a:ln w="254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</a:schemeClr>
        </a:solidFill>
        <a:gradFill>
          <a:gsLst>
            <a:gs pos="0">
              <a:schemeClr val="phClr">
                <a:tint val="96000"/>
                <a:shade val="99000"/>
              </a:schemeClr>
            </a:gs>
            <a:gs pos="65000">
              <a:schemeClr val="phClr">
                <a:tint val="100000"/>
                <a:shade val="80000"/>
              </a:schemeClr>
            </a:gs>
            <a:gs pos="100000">
              <a:schemeClr val="phClr">
                <a:tint val="100000"/>
                <a:shade val="48000"/>
              </a:schemeClr>
            </a:gs>
          </a:gsLst>
          <a:lin ang="16200000" scaled="0"/>
          <a:tileRect l="0" t="0" r="0" b="0"/>
        </a:gradFill>
      </a:bgFillStyleLst>
    </a:fmtScheme>
  </a:themeElements>
</a:theme>
</file>

<file path=ppt/theme/theme71.xml><?xml version="1.0" encoding="utf-8"?>
<a:theme xmlns:a="http://schemas.openxmlformats.org/drawingml/2006/main" xmlns:r="http://schemas.openxmlformats.org/officeDocument/2006/relationships" name="Retrospección">
  <a:themeElements>
    <a:clrScheme name="Retrospect">
      <a:dk1>
        <a:srgbClr val="000000"/>
      </a:dk1>
      <a:lt1>
        <a:srgbClr val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shade val="92000"/>
              </a:schemeClr>
            </a:gs>
            <a:gs pos="45000">
              <a:schemeClr val="phClr">
                <a:tint val="60000"/>
                <a:shade val="99000"/>
              </a:schemeClr>
            </a:gs>
            <a:gs pos="100000">
              <a:schemeClr val="phClr">
                <a:tint val="55000"/>
              </a:schemeClr>
            </a:gs>
          </a:gsLst>
          <a:path path="circle">
            <a:fillToRect l="100000" t="100000" r="100000" b="100000"/>
          </a:path>
          <a:tileRect l="0" t="0" r="0" b="0"/>
        </a:gradFill>
        <a:gradFill>
          <a:gsLst>
            <a:gs pos="0">
              <a:schemeClr val="phClr">
                <a:shade val="85000"/>
              </a:schemeClr>
            </a:gs>
            <a:gs pos="34000">
              <a:schemeClr val="phClr">
                <a:shade val="87000"/>
              </a:schemeClr>
            </a:gs>
            <a:gs pos="70000">
              <a:schemeClr val="phClr">
                <a:tint val="100000"/>
                <a:shade val="90000"/>
              </a:schemeClr>
            </a:gs>
            <a:gs pos="100000">
              <a:schemeClr val="phClr">
                <a:tint val="100000"/>
                <a:shade val="100000"/>
              </a:schemeClr>
            </a:gs>
          </a:gsLst>
          <a:path path="circle">
            <a:fillToRect l="100000" t="100000" r="100000" b="100000"/>
          </a:path>
          <a:tileRect l="0" t="0" r="0" b="0"/>
        </a:gradFill>
      </a:fillStyleLst>
      <a:lnStyleLst>
        <a:ln w="12700" cap="flat" cmpd="sng" algn="ctr">
          <a:prstDash val="solid"/>
        </a:ln>
        <a:ln w="15875" cap="flat" cmpd="sng" algn="ctr">
          <a:prstDash val="solid"/>
        </a:ln>
        <a:ln w="254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</a:schemeClr>
        </a:solidFill>
        <a:gradFill>
          <a:gsLst>
            <a:gs pos="0">
              <a:schemeClr val="phClr">
                <a:tint val="96000"/>
                <a:shade val="99000"/>
              </a:schemeClr>
            </a:gs>
            <a:gs pos="65000">
              <a:schemeClr val="phClr">
                <a:tint val="100000"/>
                <a:shade val="80000"/>
              </a:schemeClr>
            </a:gs>
            <a:gs pos="100000">
              <a:schemeClr val="phClr">
                <a:tint val="100000"/>
                <a:shade val="48000"/>
              </a:schemeClr>
            </a:gs>
          </a:gsLst>
          <a:lin ang="16200000" scaled="0"/>
          <a:tileRect l="0" t="0" r="0" b="0"/>
        </a:gradFill>
      </a:bgFillStyleLst>
    </a:fmtScheme>
  </a:themeElements>
</a:theme>
</file>

<file path=ppt/theme/theme72.xml><?xml version="1.0" encoding="utf-8"?>
<a:theme xmlns:a="http://schemas.openxmlformats.org/drawingml/2006/main" xmlns:r="http://schemas.openxmlformats.org/officeDocument/2006/relationships" name="Retrospección">
  <a:themeElements>
    <a:clrScheme name="Retrospect">
      <a:dk1>
        <a:srgbClr val="000000"/>
      </a:dk1>
      <a:lt1>
        <a:srgbClr val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shade val="92000"/>
              </a:schemeClr>
            </a:gs>
            <a:gs pos="45000">
              <a:schemeClr val="phClr">
                <a:tint val="60000"/>
                <a:shade val="99000"/>
              </a:schemeClr>
            </a:gs>
            <a:gs pos="100000">
              <a:schemeClr val="phClr">
                <a:tint val="55000"/>
              </a:schemeClr>
            </a:gs>
          </a:gsLst>
          <a:path path="circle">
            <a:fillToRect l="100000" t="100000" r="100000" b="100000"/>
          </a:path>
          <a:tileRect l="0" t="0" r="0" b="0"/>
        </a:gradFill>
        <a:gradFill>
          <a:gsLst>
            <a:gs pos="0">
              <a:schemeClr val="phClr">
                <a:shade val="85000"/>
              </a:schemeClr>
            </a:gs>
            <a:gs pos="34000">
              <a:schemeClr val="phClr">
                <a:shade val="87000"/>
              </a:schemeClr>
            </a:gs>
            <a:gs pos="70000">
              <a:schemeClr val="phClr">
                <a:tint val="100000"/>
                <a:shade val="90000"/>
              </a:schemeClr>
            </a:gs>
            <a:gs pos="100000">
              <a:schemeClr val="phClr">
                <a:tint val="100000"/>
                <a:shade val="100000"/>
              </a:schemeClr>
            </a:gs>
          </a:gsLst>
          <a:path path="circle">
            <a:fillToRect l="100000" t="100000" r="100000" b="100000"/>
          </a:path>
          <a:tileRect l="0" t="0" r="0" b="0"/>
        </a:gradFill>
      </a:fillStyleLst>
      <a:lnStyleLst>
        <a:ln w="12700" cap="flat" cmpd="sng" algn="ctr">
          <a:prstDash val="solid"/>
        </a:ln>
        <a:ln w="15875" cap="flat" cmpd="sng" algn="ctr">
          <a:prstDash val="solid"/>
        </a:ln>
        <a:ln w="254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</a:schemeClr>
        </a:solidFill>
        <a:gradFill>
          <a:gsLst>
            <a:gs pos="0">
              <a:schemeClr val="phClr">
                <a:tint val="96000"/>
                <a:shade val="99000"/>
              </a:schemeClr>
            </a:gs>
            <a:gs pos="65000">
              <a:schemeClr val="phClr">
                <a:tint val="100000"/>
                <a:shade val="80000"/>
              </a:schemeClr>
            </a:gs>
            <a:gs pos="100000">
              <a:schemeClr val="phClr">
                <a:tint val="100000"/>
                <a:shade val="48000"/>
              </a:schemeClr>
            </a:gs>
          </a:gsLst>
          <a:lin ang="16200000" scaled="0"/>
          <a:tileRect l="0" t="0" r="0" b="0"/>
        </a:gradFill>
      </a:bgFillStyleLst>
    </a:fmtScheme>
  </a:themeElements>
</a:theme>
</file>

<file path=ppt/theme/theme73.xml><?xml version="1.0" encoding="utf-8"?>
<a:theme xmlns:a="http://schemas.openxmlformats.org/drawingml/2006/main" xmlns:r="http://schemas.openxmlformats.org/officeDocument/2006/relationships" name="Retrospección">
  <a:themeElements>
    <a:clrScheme name="Retrospect">
      <a:dk1>
        <a:srgbClr val="000000"/>
      </a:dk1>
      <a:lt1>
        <a:srgbClr val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shade val="92000"/>
              </a:schemeClr>
            </a:gs>
            <a:gs pos="45000">
              <a:schemeClr val="phClr">
                <a:tint val="60000"/>
                <a:shade val="99000"/>
              </a:schemeClr>
            </a:gs>
            <a:gs pos="100000">
              <a:schemeClr val="phClr">
                <a:tint val="55000"/>
              </a:schemeClr>
            </a:gs>
          </a:gsLst>
          <a:path path="circle">
            <a:fillToRect l="100000" t="100000" r="100000" b="100000"/>
          </a:path>
          <a:tileRect l="0" t="0" r="0" b="0"/>
        </a:gradFill>
        <a:gradFill>
          <a:gsLst>
            <a:gs pos="0">
              <a:schemeClr val="phClr">
                <a:shade val="85000"/>
              </a:schemeClr>
            </a:gs>
            <a:gs pos="34000">
              <a:schemeClr val="phClr">
                <a:shade val="87000"/>
              </a:schemeClr>
            </a:gs>
            <a:gs pos="70000">
              <a:schemeClr val="phClr">
                <a:tint val="100000"/>
                <a:shade val="90000"/>
              </a:schemeClr>
            </a:gs>
            <a:gs pos="100000">
              <a:schemeClr val="phClr">
                <a:tint val="100000"/>
                <a:shade val="100000"/>
              </a:schemeClr>
            </a:gs>
          </a:gsLst>
          <a:path path="circle">
            <a:fillToRect l="100000" t="100000" r="100000" b="100000"/>
          </a:path>
          <a:tileRect l="0" t="0" r="0" b="0"/>
        </a:gradFill>
      </a:fillStyleLst>
      <a:lnStyleLst>
        <a:ln w="12700" cap="flat" cmpd="sng" algn="ctr">
          <a:prstDash val="solid"/>
        </a:ln>
        <a:ln w="15875" cap="flat" cmpd="sng" algn="ctr">
          <a:prstDash val="solid"/>
        </a:ln>
        <a:ln w="254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</a:schemeClr>
        </a:solidFill>
        <a:gradFill>
          <a:gsLst>
            <a:gs pos="0">
              <a:schemeClr val="phClr">
                <a:tint val="96000"/>
                <a:shade val="99000"/>
              </a:schemeClr>
            </a:gs>
            <a:gs pos="65000">
              <a:schemeClr val="phClr">
                <a:tint val="100000"/>
                <a:shade val="80000"/>
              </a:schemeClr>
            </a:gs>
            <a:gs pos="100000">
              <a:schemeClr val="phClr">
                <a:tint val="100000"/>
                <a:shade val="48000"/>
              </a:schemeClr>
            </a:gs>
          </a:gsLst>
          <a:lin ang="16200000" scaled="0"/>
          <a:tileRect l="0" t="0" r="0" b="0"/>
        </a:gradFill>
      </a:bgFillStyleLst>
    </a:fmtScheme>
  </a:themeElements>
</a:theme>
</file>

<file path=ppt/theme/theme74.xml><?xml version="1.0" encoding="utf-8"?>
<a:theme xmlns:a="http://schemas.openxmlformats.org/drawingml/2006/main" xmlns:r="http://schemas.openxmlformats.org/officeDocument/2006/relationships" name="Retrospección">
  <a:themeElements>
    <a:clrScheme name="Retrospect">
      <a:dk1>
        <a:srgbClr val="000000"/>
      </a:dk1>
      <a:lt1>
        <a:srgbClr val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shade val="92000"/>
              </a:schemeClr>
            </a:gs>
            <a:gs pos="45000">
              <a:schemeClr val="phClr">
                <a:tint val="60000"/>
                <a:shade val="99000"/>
              </a:schemeClr>
            </a:gs>
            <a:gs pos="100000">
              <a:schemeClr val="phClr">
                <a:tint val="55000"/>
              </a:schemeClr>
            </a:gs>
          </a:gsLst>
          <a:path path="circle">
            <a:fillToRect l="100000" t="100000" r="100000" b="100000"/>
          </a:path>
          <a:tileRect l="0" t="0" r="0" b="0"/>
        </a:gradFill>
        <a:gradFill>
          <a:gsLst>
            <a:gs pos="0">
              <a:schemeClr val="phClr">
                <a:shade val="85000"/>
              </a:schemeClr>
            </a:gs>
            <a:gs pos="34000">
              <a:schemeClr val="phClr">
                <a:shade val="87000"/>
              </a:schemeClr>
            </a:gs>
            <a:gs pos="70000">
              <a:schemeClr val="phClr">
                <a:tint val="100000"/>
                <a:shade val="90000"/>
              </a:schemeClr>
            </a:gs>
            <a:gs pos="100000">
              <a:schemeClr val="phClr">
                <a:tint val="100000"/>
                <a:shade val="100000"/>
              </a:schemeClr>
            </a:gs>
          </a:gsLst>
          <a:path path="circle">
            <a:fillToRect l="100000" t="100000" r="100000" b="100000"/>
          </a:path>
          <a:tileRect l="0" t="0" r="0" b="0"/>
        </a:gradFill>
      </a:fillStyleLst>
      <a:lnStyleLst>
        <a:ln w="12700" cap="flat" cmpd="sng" algn="ctr">
          <a:prstDash val="solid"/>
        </a:ln>
        <a:ln w="15875" cap="flat" cmpd="sng" algn="ctr">
          <a:prstDash val="solid"/>
        </a:ln>
        <a:ln w="254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</a:schemeClr>
        </a:solidFill>
        <a:gradFill>
          <a:gsLst>
            <a:gs pos="0">
              <a:schemeClr val="phClr">
                <a:tint val="96000"/>
                <a:shade val="99000"/>
              </a:schemeClr>
            </a:gs>
            <a:gs pos="65000">
              <a:schemeClr val="phClr">
                <a:tint val="100000"/>
                <a:shade val="80000"/>
              </a:schemeClr>
            </a:gs>
            <a:gs pos="100000">
              <a:schemeClr val="phClr">
                <a:tint val="100000"/>
                <a:shade val="48000"/>
              </a:schemeClr>
            </a:gs>
          </a:gsLst>
          <a:lin ang="16200000" scaled="0"/>
          <a:tileRect l="0" t="0" r="0" b="0"/>
        </a:gradFill>
      </a:bgFillStyleLst>
    </a:fmtScheme>
  </a:themeElements>
</a:theme>
</file>

<file path=ppt/theme/theme75.xml><?xml version="1.0" encoding="utf-8"?>
<a:theme xmlns:a="http://schemas.openxmlformats.org/drawingml/2006/main" xmlns:r="http://schemas.openxmlformats.org/officeDocument/2006/relationships" name="Retrospección">
  <a:themeElements>
    <a:clrScheme name="Retrospect">
      <a:dk1>
        <a:srgbClr val="000000"/>
      </a:dk1>
      <a:lt1>
        <a:srgbClr val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shade val="92000"/>
              </a:schemeClr>
            </a:gs>
            <a:gs pos="45000">
              <a:schemeClr val="phClr">
                <a:tint val="60000"/>
                <a:shade val="99000"/>
              </a:schemeClr>
            </a:gs>
            <a:gs pos="100000">
              <a:schemeClr val="phClr">
                <a:tint val="55000"/>
              </a:schemeClr>
            </a:gs>
          </a:gsLst>
          <a:path path="circle">
            <a:fillToRect l="100000" t="100000" r="100000" b="100000"/>
          </a:path>
          <a:tileRect l="0" t="0" r="0" b="0"/>
        </a:gradFill>
        <a:gradFill>
          <a:gsLst>
            <a:gs pos="0">
              <a:schemeClr val="phClr">
                <a:shade val="85000"/>
              </a:schemeClr>
            </a:gs>
            <a:gs pos="34000">
              <a:schemeClr val="phClr">
                <a:shade val="87000"/>
              </a:schemeClr>
            </a:gs>
            <a:gs pos="70000">
              <a:schemeClr val="phClr">
                <a:tint val="100000"/>
                <a:shade val="90000"/>
              </a:schemeClr>
            </a:gs>
            <a:gs pos="100000">
              <a:schemeClr val="phClr">
                <a:tint val="100000"/>
                <a:shade val="100000"/>
              </a:schemeClr>
            </a:gs>
          </a:gsLst>
          <a:path path="circle">
            <a:fillToRect l="100000" t="100000" r="100000" b="100000"/>
          </a:path>
          <a:tileRect l="0" t="0" r="0" b="0"/>
        </a:gradFill>
      </a:fillStyleLst>
      <a:lnStyleLst>
        <a:ln w="12700" cap="flat" cmpd="sng" algn="ctr">
          <a:prstDash val="solid"/>
        </a:ln>
        <a:ln w="15875" cap="flat" cmpd="sng" algn="ctr">
          <a:prstDash val="solid"/>
        </a:ln>
        <a:ln w="254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</a:schemeClr>
        </a:solidFill>
        <a:gradFill>
          <a:gsLst>
            <a:gs pos="0">
              <a:schemeClr val="phClr">
                <a:tint val="96000"/>
                <a:shade val="99000"/>
              </a:schemeClr>
            </a:gs>
            <a:gs pos="65000">
              <a:schemeClr val="phClr">
                <a:tint val="100000"/>
                <a:shade val="80000"/>
              </a:schemeClr>
            </a:gs>
            <a:gs pos="100000">
              <a:schemeClr val="phClr">
                <a:tint val="100000"/>
                <a:shade val="48000"/>
              </a:schemeClr>
            </a:gs>
          </a:gsLst>
          <a:lin ang="16200000" scaled="0"/>
          <a:tileRect l="0" t="0" r="0" b="0"/>
        </a:gradFill>
      </a:bgFillStyleLst>
    </a:fmtScheme>
  </a:themeElements>
</a:theme>
</file>

<file path=ppt/theme/theme76.xml><?xml version="1.0" encoding="utf-8"?>
<a:theme xmlns:a="http://schemas.openxmlformats.org/drawingml/2006/main" xmlns:r="http://schemas.openxmlformats.org/officeDocument/2006/relationships" name="Retrospección">
  <a:themeElements>
    <a:clrScheme name="Retrospect">
      <a:dk1>
        <a:srgbClr val="000000"/>
      </a:dk1>
      <a:lt1>
        <a:srgbClr val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shade val="92000"/>
              </a:schemeClr>
            </a:gs>
            <a:gs pos="45000">
              <a:schemeClr val="phClr">
                <a:tint val="60000"/>
                <a:shade val="99000"/>
              </a:schemeClr>
            </a:gs>
            <a:gs pos="100000">
              <a:schemeClr val="phClr">
                <a:tint val="55000"/>
              </a:schemeClr>
            </a:gs>
          </a:gsLst>
          <a:path path="circle">
            <a:fillToRect l="100000" t="100000" r="100000" b="100000"/>
          </a:path>
          <a:tileRect l="0" t="0" r="0" b="0"/>
        </a:gradFill>
        <a:gradFill>
          <a:gsLst>
            <a:gs pos="0">
              <a:schemeClr val="phClr">
                <a:shade val="85000"/>
              </a:schemeClr>
            </a:gs>
            <a:gs pos="34000">
              <a:schemeClr val="phClr">
                <a:shade val="87000"/>
              </a:schemeClr>
            </a:gs>
            <a:gs pos="70000">
              <a:schemeClr val="phClr">
                <a:tint val="100000"/>
                <a:shade val="90000"/>
              </a:schemeClr>
            </a:gs>
            <a:gs pos="100000">
              <a:schemeClr val="phClr">
                <a:tint val="100000"/>
                <a:shade val="100000"/>
              </a:schemeClr>
            </a:gs>
          </a:gsLst>
          <a:path path="circle">
            <a:fillToRect l="100000" t="100000" r="100000" b="100000"/>
          </a:path>
          <a:tileRect l="0" t="0" r="0" b="0"/>
        </a:gradFill>
      </a:fillStyleLst>
      <a:lnStyleLst>
        <a:ln w="12700" cap="flat" cmpd="sng" algn="ctr">
          <a:prstDash val="solid"/>
        </a:ln>
        <a:ln w="15875" cap="flat" cmpd="sng" algn="ctr">
          <a:prstDash val="solid"/>
        </a:ln>
        <a:ln w="254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</a:schemeClr>
        </a:solidFill>
        <a:gradFill>
          <a:gsLst>
            <a:gs pos="0">
              <a:schemeClr val="phClr">
                <a:tint val="96000"/>
                <a:shade val="99000"/>
              </a:schemeClr>
            </a:gs>
            <a:gs pos="65000">
              <a:schemeClr val="phClr">
                <a:tint val="100000"/>
                <a:shade val="80000"/>
              </a:schemeClr>
            </a:gs>
            <a:gs pos="100000">
              <a:schemeClr val="phClr">
                <a:tint val="100000"/>
                <a:shade val="48000"/>
              </a:schemeClr>
            </a:gs>
          </a:gsLst>
          <a:lin ang="16200000" scaled="0"/>
          <a:tileRect l="0" t="0" r="0" b="0"/>
        </a:gradFill>
      </a:bgFillStyleLst>
    </a:fmtScheme>
  </a:themeElements>
</a:theme>
</file>

<file path=ppt/theme/theme77.xml><?xml version="1.0" encoding="utf-8"?>
<a:theme xmlns:a="http://schemas.openxmlformats.org/drawingml/2006/main" xmlns:r="http://schemas.openxmlformats.org/officeDocument/2006/relationships" name="Retrospección">
  <a:themeElements>
    <a:clrScheme name="Retrospect">
      <a:dk1>
        <a:srgbClr val="000000"/>
      </a:dk1>
      <a:lt1>
        <a:srgbClr val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shade val="92000"/>
              </a:schemeClr>
            </a:gs>
            <a:gs pos="45000">
              <a:schemeClr val="phClr">
                <a:tint val="60000"/>
                <a:shade val="99000"/>
              </a:schemeClr>
            </a:gs>
            <a:gs pos="100000">
              <a:schemeClr val="phClr">
                <a:tint val="55000"/>
              </a:schemeClr>
            </a:gs>
          </a:gsLst>
          <a:path path="circle">
            <a:fillToRect l="100000" t="100000" r="100000" b="100000"/>
          </a:path>
          <a:tileRect l="0" t="0" r="0" b="0"/>
        </a:gradFill>
        <a:gradFill>
          <a:gsLst>
            <a:gs pos="0">
              <a:schemeClr val="phClr">
                <a:shade val="85000"/>
              </a:schemeClr>
            </a:gs>
            <a:gs pos="34000">
              <a:schemeClr val="phClr">
                <a:shade val="87000"/>
              </a:schemeClr>
            </a:gs>
            <a:gs pos="70000">
              <a:schemeClr val="phClr">
                <a:tint val="100000"/>
                <a:shade val="90000"/>
              </a:schemeClr>
            </a:gs>
            <a:gs pos="100000">
              <a:schemeClr val="phClr">
                <a:tint val="100000"/>
                <a:shade val="100000"/>
              </a:schemeClr>
            </a:gs>
          </a:gsLst>
          <a:path path="circle">
            <a:fillToRect l="100000" t="100000" r="100000" b="100000"/>
          </a:path>
          <a:tileRect l="0" t="0" r="0" b="0"/>
        </a:gradFill>
      </a:fillStyleLst>
      <a:lnStyleLst>
        <a:ln w="12700" cap="flat" cmpd="sng" algn="ctr">
          <a:prstDash val="solid"/>
        </a:ln>
        <a:ln w="15875" cap="flat" cmpd="sng" algn="ctr">
          <a:prstDash val="solid"/>
        </a:ln>
        <a:ln w="254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</a:schemeClr>
        </a:solidFill>
        <a:gradFill>
          <a:gsLst>
            <a:gs pos="0">
              <a:schemeClr val="phClr">
                <a:tint val="96000"/>
                <a:shade val="99000"/>
              </a:schemeClr>
            </a:gs>
            <a:gs pos="65000">
              <a:schemeClr val="phClr">
                <a:tint val="100000"/>
                <a:shade val="80000"/>
              </a:schemeClr>
            </a:gs>
            <a:gs pos="100000">
              <a:schemeClr val="phClr">
                <a:tint val="100000"/>
                <a:shade val="48000"/>
              </a:schemeClr>
            </a:gs>
          </a:gsLst>
          <a:lin ang="16200000" scaled="0"/>
          <a:tileRect l="0" t="0" r="0" b="0"/>
        </a:gradFill>
      </a:bgFillStyleLst>
    </a:fmtScheme>
  </a:themeElements>
</a:theme>
</file>

<file path=ppt/theme/theme78.xml><?xml version="1.0" encoding="utf-8"?>
<a:theme xmlns:a="http://schemas.openxmlformats.org/drawingml/2006/main" xmlns:r="http://schemas.openxmlformats.org/officeDocument/2006/relationships" name="Retrospección">
  <a:themeElements>
    <a:clrScheme name="Retrospect">
      <a:dk1>
        <a:srgbClr val="000000"/>
      </a:dk1>
      <a:lt1>
        <a:srgbClr val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shade val="92000"/>
              </a:schemeClr>
            </a:gs>
            <a:gs pos="45000">
              <a:schemeClr val="phClr">
                <a:tint val="60000"/>
                <a:shade val="99000"/>
              </a:schemeClr>
            </a:gs>
            <a:gs pos="100000">
              <a:schemeClr val="phClr">
                <a:tint val="55000"/>
              </a:schemeClr>
            </a:gs>
          </a:gsLst>
          <a:path path="circle">
            <a:fillToRect l="100000" t="100000" r="100000" b="100000"/>
          </a:path>
          <a:tileRect l="0" t="0" r="0" b="0"/>
        </a:gradFill>
        <a:gradFill>
          <a:gsLst>
            <a:gs pos="0">
              <a:schemeClr val="phClr">
                <a:shade val="85000"/>
              </a:schemeClr>
            </a:gs>
            <a:gs pos="34000">
              <a:schemeClr val="phClr">
                <a:shade val="87000"/>
              </a:schemeClr>
            </a:gs>
            <a:gs pos="70000">
              <a:schemeClr val="phClr">
                <a:tint val="100000"/>
                <a:shade val="90000"/>
              </a:schemeClr>
            </a:gs>
            <a:gs pos="100000">
              <a:schemeClr val="phClr">
                <a:tint val="100000"/>
                <a:shade val="100000"/>
              </a:schemeClr>
            </a:gs>
          </a:gsLst>
          <a:path path="circle">
            <a:fillToRect l="100000" t="100000" r="100000" b="100000"/>
          </a:path>
          <a:tileRect l="0" t="0" r="0" b="0"/>
        </a:gradFill>
      </a:fillStyleLst>
      <a:lnStyleLst>
        <a:ln w="12700" cap="flat" cmpd="sng" algn="ctr">
          <a:prstDash val="solid"/>
        </a:ln>
        <a:ln w="15875" cap="flat" cmpd="sng" algn="ctr">
          <a:prstDash val="solid"/>
        </a:ln>
        <a:ln w="254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</a:schemeClr>
        </a:solidFill>
        <a:gradFill>
          <a:gsLst>
            <a:gs pos="0">
              <a:schemeClr val="phClr">
                <a:tint val="96000"/>
                <a:shade val="99000"/>
              </a:schemeClr>
            </a:gs>
            <a:gs pos="65000">
              <a:schemeClr val="phClr">
                <a:tint val="100000"/>
                <a:shade val="80000"/>
              </a:schemeClr>
            </a:gs>
            <a:gs pos="100000">
              <a:schemeClr val="phClr">
                <a:tint val="100000"/>
                <a:shade val="48000"/>
              </a:schemeClr>
            </a:gs>
          </a:gsLst>
          <a:lin ang="16200000" scaled="0"/>
          <a:tileRect l="0" t="0" r="0" b="0"/>
        </a:gradFill>
      </a:bgFillStyleLst>
    </a:fmtScheme>
  </a:themeElements>
</a:theme>
</file>

<file path=ppt/theme/theme79.xml><?xml version="1.0" encoding="utf-8"?>
<a:theme xmlns:a="http://schemas.openxmlformats.org/drawingml/2006/main" xmlns:r="http://schemas.openxmlformats.org/officeDocument/2006/relationships" name="Retrospección">
  <a:themeElements>
    <a:clrScheme name="Retrospect">
      <a:dk1>
        <a:srgbClr val="000000"/>
      </a:dk1>
      <a:lt1>
        <a:srgbClr val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shade val="92000"/>
              </a:schemeClr>
            </a:gs>
            <a:gs pos="45000">
              <a:schemeClr val="phClr">
                <a:tint val="60000"/>
                <a:shade val="99000"/>
              </a:schemeClr>
            </a:gs>
            <a:gs pos="100000">
              <a:schemeClr val="phClr">
                <a:tint val="55000"/>
              </a:schemeClr>
            </a:gs>
          </a:gsLst>
          <a:path path="circle">
            <a:fillToRect l="100000" t="100000" r="100000" b="100000"/>
          </a:path>
          <a:tileRect l="0" t="0" r="0" b="0"/>
        </a:gradFill>
        <a:gradFill>
          <a:gsLst>
            <a:gs pos="0">
              <a:schemeClr val="phClr">
                <a:shade val="85000"/>
              </a:schemeClr>
            </a:gs>
            <a:gs pos="34000">
              <a:schemeClr val="phClr">
                <a:shade val="87000"/>
              </a:schemeClr>
            </a:gs>
            <a:gs pos="70000">
              <a:schemeClr val="phClr">
                <a:tint val="100000"/>
                <a:shade val="90000"/>
              </a:schemeClr>
            </a:gs>
            <a:gs pos="100000">
              <a:schemeClr val="phClr">
                <a:tint val="100000"/>
                <a:shade val="100000"/>
              </a:schemeClr>
            </a:gs>
          </a:gsLst>
          <a:path path="circle">
            <a:fillToRect l="100000" t="100000" r="100000" b="100000"/>
          </a:path>
          <a:tileRect l="0" t="0" r="0" b="0"/>
        </a:gradFill>
      </a:fillStyleLst>
      <a:lnStyleLst>
        <a:ln w="12700" cap="flat" cmpd="sng" algn="ctr">
          <a:prstDash val="solid"/>
        </a:ln>
        <a:ln w="15875" cap="flat" cmpd="sng" algn="ctr">
          <a:prstDash val="solid"/>
        </a:ln>
        <a:ln w="254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</a:schemeClr>
        </a:solidFill>
        <a:gradFill>
          <a:gsLst>
            <a:gs pos="0">
              <a:schemeClr val="phClr">
                <a:tint val="96000"/>
                <a:shade val="99000"/>
              </a:schemeClr>
            </a:gs>
            <a:gs pos="65000">
              <a:schemeClr val="phClr">
                <a:tint val="100000"/>
                <a:shade val="80000"/>
              </a:schemeClr>
            </a:gs>
            <a:gs pos="100000">
              <a:schemeClr val="phClr">
                <a:tint val="100000"/>
                <a:shade val="48000"/>
              </a:schemeClr>
            </a:gs>
          </a:gsLst>
          <a:lin ang="16200000" scaled="0"/>
          <a:tileRect l="0" t="0" r="0" b="0"/>
        </a:gradFill>
      </a:bgFillStyleLst>
    </a:fmtScheme>
  </a:themeElements>
</a:theme>
</file>

<file path=ppt/theme/theme80.xml><?xml version="1.0" encoding="utf-8"?>
<a:theme xmlns:a="http://schemas.openxmlformats.org/drawingml/2006/main" xmlns:r="http://schemas.openxmlformats.org/officeDocument/2006/relationships" name="Retrospección">
  <a:themeElements>
    <a:clrScheme name="Retrospect">
      <a:dk1>
        <a:srgbClr val="000000"/>
      </a:dk1>
      <a:lt1>
        <a:srgbClr val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shade val="92000"/>
              </a:schemeClr>
            </a:gs>
            <a:gs pos="45000">
              <a:schemeClr val="phClr">
                <a:tint val="60000"/>
                <a:shade val="99000"/>
              </a:schemeClr>
            </a:gs>
            <a:gs pos="100000">
              <a:schemeClr val="phClr">
                <a:tint val="55000"/>
              </a:schemeClr>
            </a:gs>
          </a:gsLst>
          <a:path path="circle">
            <a:fillToRect l="100000" t="100000" r="100000" b="100000"/>
          </a:path>
          <a:tileRect l="0" t="0" r="0" b="0"/>
        </a:gradFill>
        <a:gradFill>
          <a:gsLst>
            <a:gs pos="0">
              <a:schemeClr val="phClr">
                <a:shade val="85000"/>
              </a:schemeClr>
            </a:gs>
            <a:gs pos="34000">
              <a:schemeClr val="phClr">
                <a:shade val="87000"/>
              </a:schemeClr>
            </a:gs>
            <a:gs pos="70000">
              <a:schemeClr val="phClr">
                <a:tint val="100000"/>
                <a:shade val="90000"/>
              </a:schemeClr>
            </a:gs>
            <a:gs pos="100000">
              <a:schemeClr val="phClr">
                <a:tint val="100000"/>
                <a:shade val="100000"/>
              </a:schemeClr>
            </a:gs>
          </a:gsLst>
          <a:path path="circle">
            <a:fillToRect l="100000" t="100000" r="100000" b="100000"/>
          </a:path>
          <a:tileRect l="0" t="0" r="0" b="0"/>
        </a:gradFill>
      </a:fillStyleLst>
      <a:lnStyleLst>
        <a:ln w="12700" cap="flat" cmpd="sng" algn="ctr">
          <a:prstDash val="solid"/>
        </a:ln>
        <a:ln w="15875" cap="flat" cmpd="sng" algn="ctr">
          <a:prstDash val="solid"/>
        </a:ln>
        <a:ln w="254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</a:schemeClr>
        </a:solidFill>
        <a:gradFill>
          <a:gsLst>
            <a:gs pos="0">
              <a:schemeClr val="phClr">
                <a:tint val="96000"/>
                <a:shade val="99000"/>
              </a:schemeClr>
            </a:gs>
            <a:gs pos="65000">
              <a:schemeClr val="phClr">
                <a:tint val="100000"/>
                <a:shade val="80000"/>
              </a:schemeClr>
            </a:gs>
            <a:gs pos="100000">
              <a:schemeClr val="phClr">
                <a:tint val="100000"/>
                <a:shade val="48000"/>
              </a:schemeClr>
            </a:gs>
          </a:gsLst>
          <a:lin ang="16200000" scaled="0"/>
          <a:tileRect l="0" t="0" r="0" b="0"/>
        </a:gradFill>
      </a:bgFillStyleLst>
    </a:fmtScheme>
  </a:themeElements>
</a:theme>
</file>

<file path=ppt/theme/theme81.xml><?xml version="1.0" encoding="utf-8"?>
<a:theme xmlns:a="http://schemas.openxmlformats.org/drawingml/2006/main" xmlns:r="http://schemas.openxmlformats.org/officeDocument/2006/relationships" name="Retrospección">
  <a:themeElements>
    <a:clrScheme name="Retrospect">
      <a:dk1>
        <a:srgbClr val="000000"/>
      </a:dk1>
      <a:lt1>
        <a:srgbClr val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shade val="92000"/>
              </a:schemeClr>
            </a:gs>
            <a:gs pos="45000">
              <a:schemeClr val="phClr">
                <a:tint val="60000"/>
                <a:shade val="99000"/>
              </a:schemeClr>
            </a:gs>
            <a:gs pos="100000">
              <a:schemeClr val="phClr">
                <a:tint val="55000"/>
              </a:schemeClr>
            </a:gs>
          </a:gsLst>
          <a:path path="circle">
            <a:fillToRect l="100000" t="100000" r="100000" b="100000"/>
          </a:path>
          <a:tileRect l="0" t="0" r="0" b="0"/>
        </a:gradFill>
        <a:gradFill>
          <a:gsLst>
            <a:gs pos="0">
              <a:schemeClr val="phClr">
                <a:shade val="85000"/>
              </a:schemeClr>
            </a:gs>
            <a:gs pos="34000">
              <a:schemeClr val="phClr">
                <a:shade val="87000"/>
              </a:schemeClr>
            </a:gs>
            <a:gs pos="70000">
              <a:schemeClr val="phClr">
                <a:tint val="100000"/>
                <a:shade val="90000"/>
              </a:schemeClr>
            </a:gs>
            <a:gs pos="100000">
              <a:schemeClr val="phClr">
                <a:tint val="100000"/>
                <a:shade val="100000"/>
              </a:schemeClr>
            </a:gs>
          </a:gsLst>
          <a:path path="circle">
            <a:fillToRect l="100000" t="100000" r="100000" b="100000"/>
          </a:path>
          <a:tileRect l="0" t="0" r="0" b="0"/>
        </a:gradFill>
      </a:fillStyleLst>
      <a:lnStyleLst>
        <a:ln w="12700" cap="flat" cmpd="sng" algn="ctr">
          <a:prstDash val="solid"/>
        </a:ln>
        <a:ln w="15875" cap="flat" cmpd="sng" algn="ctr">
          <a:prstDash val="solid"/>
        </a:ln>
        <a:ln w="254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</a:schemeClr>
        </a:solidFill>
        <a:gradFill>
          <a:gsLst>
            <a:gs pos="0">
              <a:schemeClr val="phClr">
                <a:tint val="96000"/>
                <a:shade val="99000"/>
              </a:schemeClr>
            </a:gs>
            <a:gs pos="65000">
              <a:schemeClr val="phClr">
                <a:tint val="100000"/>
                <a:shade val="80000"/>
              </a:schemeClr>
            </a:gs>
            <a:gs pos="100000">
              <a:schemeClr val="phClr">
                <a:tint val="100000"/>
                <a:shade val="48000"/>
              </a:schemeClr>
            </a:gs>
          </a:gsLst>
          <a:lin ang="16200000" scaled="0"/>
          <a:tileRect l="0" t="0" r="0" b="0"/>
        </a:gradFill>
      </a:bgFillStyleLst>
    </a:fmtScheme>
  </a:themeElements>
</a:theme>
</file>

<file path=ppt/theme/theme82.xml><?xml version="1.0" encoding="utf-8"?>
<a:theme xmlns:a="http://schemas.openxmlformats.org/drawingml/2006/main" xmlns:r="http://schemas.openxmlformats.org/officeDocument/2006/relationships" name="Retrospección">
  <a:themeElements>
    <a:clrScheme name="Retrospect">
      <a:dk1>
        <a:srgbClr val="000000"/>
      </a:dk1>
      <a:lt1>
        <a:srgbClr val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shade val="92000"/>
              </a:schemeClr>
            </a:gs>
            <a:gs pos="45000">
              <a:schemeClr val="phClr">
                <a:tint val="60000"/>
                <a:shade val="99000"/>
              </a:schemeClr>
            </a:gs>
            <a:gs pos="100000">
              <a:schemeClr val="phClr">
                <a:tint val="55000"/>
              </a:schemeClr>
            </a:gs>
          </a:gsLst>
          <a:path path="circle">
            <a:fillToRect l="100000" t="100000" r="100000" b="100000"/>
          </a:path>
          <a:tileRect l="0" t="0" r="0" b="0"/>
        </a:gradFill>
        <a:gradFill>
          <a:gsLst>
            <a:gs pos="0">
              <a:schemeClr val="phClr">
                <a:shade val="85000"/>
              </a:schemeClr>
            </a:gs>
            <a:gs pos="34000">
              <a:schemeClr val="phClr">
                <a:shade val="87000"/>
              </a:schemeClr>
            </a:gs>
            <a:gs pos="70000">
              <a:schemeClr val="phClr">
                <a:tint val="100000"/>
                <a:shade val="90000"/>
              </a:schemeClr>
            </a:gs>
            <a:gs pos="100000">
              <a:schemeClr val="phClr">
                <a:tint val="100000"/>
                <a:shade val="100000"/>
              </a:schemeClr>
            </a:gs>
          </a:gsLst>
          <a:path path="circle">
            <a:fillToRect l="100000" t="100000" r="100000" b="100000"/>
          </a:path>
          <a:tileRect l="0" t="0" r="0" b="0"/>
        </a:gradFill>
      </a:fillStyleLst>
      <a:lnStyleLst>
        <a:ln w="12700" cap="flat" cmpd="sng" algn="ctr">
          <a:prstDash val="solid"/>
        </a:ln>
        <a:ln w="15875" cap="flat" cmpd="sng" algn="ctr">
          <a:prstDash val="solid"/>
        </a:ln>
        <a:ln w="254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</a:schemeClr>
        </a:solidFill>
        <a:gradFill>
          <a:gsLst>
            <a:gs pos="0">
              <a:schemeClr val="phClr">
                <a:tint val="96000"/>
                <a:shade val="99000"/>
              </a:schemeClr>
            </a:gs>
            <a:gs pos="65000">
              <a:schemeClr val="phClr">
                <a:tint val="100000"/>
                <a:shade val="80000"/>
              </a:schemeClr>
            </a:gs>
            <a:gs pos="100000">
              <a:schemeClr val="phClr">
                <a:tint val="100000"/>
                <a:shade val="48000"/>
              </a:schemeClr>
            </a:gs>
          </a:gsLst>
          <a:lin ang="16200000" scaled="0"/>
          <a:tileRect l="0" t="0" r="0" b="0"/>
        </a:gradFill>
      </a:bgFillStyleLst>
    </a:fmtScheme>
  </a:themeElements>
</a:theme>
</file>

<file path=ppt/theme/theme83.xml><?xml version="1.0" encoding="utf-8"?>
<a:theme xmlns:a="http://schemas.openxmlformats.org/drawingml/2006/main" xmlns:r="http://schemas.openxmlformats.org/officeDocument/2006/relationships" name="Retrospección">
  <a:themeElements>
    <a:clrScheme name="Retrospect">
      <a:dk1>
        <a:srgbClr val="000000"/>
      </a:dk1>
      <a:lt1>
        <a:srgbClr val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shade val="92000"/>
              </a:schemeClr>
            </a:gs>
            <a:gs pos="45000">
              <a:schemeClr val="phClr">
                <a:tint val="60000"/>
                <a:shade val="99000"/>
              </a:schemeClr>
            </a:gs>
            <a:gs pos="100000">
              <a:schemeClr val="phClr">
                <a:tint val="55000"/>
              </a:schemeClr>
            </a:gs>
          </a:gsLst>
          <a:path path="circle">
            <a:fillToRect l="100000" t="100000" r="100000" b="100000"/>
          </a:path>
          <a:tileRect l="0" t="0" r="0" b="0"/>
        </a:gradFill>
        <a:gradFill>
          <a:gsLst>
            <a:gs pos="0">
              <a:schemeClr val="phClr">
                <a:shade val="85000"/>
              </a:schemeClr>
            </a:gs>
            <a:gs pos="34000">
              <a:schemeClr val="phClr">
                <a:shade val="87000"/>
              </a:schemeClr>
            </a:gs>
            <a:gs pos="70000">
              <a:schemeClr val="phClr">
                <a:tint val="100000"/>
                <a:shade val="90000"/>
              </a:schemeClr>
            </a:gs>
            <a:gs pos="100000">
              <a:schemeClr val="phClr">
                <a:tint val="100000"/>
                <a:shade val="100000"/>
              </a:schemeClr>
            </a:gs>
          </a:gsLst>
          <a:path path="circle">
            <a:fillToRect l="100000" t="100000" r="100000" b="100000"/>
          </a:path>
          <a:tileRect l="0" t="0" r="0" b="0"/>
        </a:gradFill>
      </a:fillStyleLst>
      <a:lnStyleLst>
        <a:ln w="12700" cap="flat" cmpd="sng" algn="ctr">
          <a:prstDash val="solid"/>
        </a:ln>
        <a:ln w="15875" cap="flat" cmpd="sng" algn="ctr">
          <a:prstDash val="solid"/>
        </a:ln>
        <a:ln w="254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</a:schemeClr>
        </a:solidFill>
        <a:gradFill>
          <a:gsLst>
            <a:gs pos="0">
              <a:schemeClr val="phClr">
                <a:tint val="96000"/>
                <a:shade val="99000"/>
              </a:schemeClr>
            </a:gs>
            <a:gs pos="65000">
              <a:schemeClr val="phClr">
                <a:tint val="100000"/>
                <a:shade val="80000"/>
              </a:schemeClr>
            </a:gs>
            <a:gs pos="100000">
              <a:schemeClr val="phClr">
                <a:tint val="100000"/>
                <a:shade val="48000"/>
              </a:schemeClr>
            </a:gs>
          </a:gsLst>
          <a:lin ang="16200000" scaled="0"/>
          <a:tileRect l="0" t="0" r="0" b="0"/>
        </a:gradFill>
      </a:bgFillStyleLst>
    </a:fmtScheme>
  </a:themeElements>
</a:theme>
</file>

<file path=ppt/theme/theme84.xml><?xml version="1.0" encoding="utf-8"?>
<a:theme xmlns:a="http://schemas.openxmlformats.org/drawingml/2006/main" xmlns:r="http://schemas.openxmlformats.org/officeDocument/2006/relationships" name="Retrospección">
  <a:themeElements>
    <a:clrScheme name="Retrospect">
      <a:dk1>
        <a:srgbClr val="000000"/>
      </a:dk1>
      <a:lt1>
        <a:srgbClr val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shade val="92000"/>
              </a:schemeClr>
            </a:gs>
            <a:gs pos="45000">
              <a:schemeClr val="phClr">
                <a:tint val="60000"/>
                <a:shade val="99000"/>
              </a:schemeClr>
            </a:gs>
            <a:gs pos="100000">
              <a:schemeClr val="phClr">
                <a:tint val="55000"/>
              </a:schemeClr>
            </a:gs>
          </a:gsLst>
          <a:path path="circle">
            <a:fillToRect l="100000" t="100000" r="100000" b="100000"/>
          </a:path>
          <a:tileRect l="0" t="0" r="0" b="0"/>
        </a:gradFill>
        <a:gradFill>
          <a:gsLst>
            <a:gs pos="0">
              <a:schemeClr val="phClr">
                <a:shade val="85000"/>
              </a:schemeClr>
            </a:gs>
            <a:gs pos="34000">
              <a:schemeClr val="phClr">
                <a:shade val="87000"/>
              </a:schemeClr>
            </a:gs>
            <a:gs pos="70000">
              <a:schemeClr val="phClr">
                <a:tint val="100000"/>
                <a:shade val="90000"/>
              </a:schemeClr>
            </a:gs>
            <a:gs pos="100000">
              <a:schemeClr val="phClr">
                <a:tint val="100000"/>
                <a:shade val="100000"/>
              </a:schemeClr>
            </a:gs>
          </a:gsLst>
          <a:path path="circle">
            <a:fillToRect l="100000" t="100000" r="100000" b="100000"/>
          </a:path>
          <a:tileRect l="0" t="0" r="0" b="0"/>
        </a:gradFill>
      </a:fillStyleLst>
      <a:lnStyleLst>
        <a:ln w="12700" cap="flat" cmpd="sng" algn="ctr">
          <a:prstDash val="solid"/>
        </a:ln>
        <a:ln w="15875" cap="flat" cmpd="sng" algn="ctr">
          <a:prstDash val="solid"/>
        </a:ln>
        <a:ln w="254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</a:schemeClr>
        </a:solidFill>
        <a:gradFill>
          <a:gsLst>
            <a:gs pos="0">
              <a:schemeClr val="phClr">
                <a:tint val="96000"/>
                <a:shade val="99000"/>
              </a:schemeClr>
            </a:gs>
            <a:gs pos="65000">
              <a:schemeClr val="phClr">
                <a:tint val="100000"/>
                <a:shade val="80000"/>
              </a:schemeClr>
            </a:gs>
            <a:gs pos="100000">
              <a:schemeClr val="phClr">
                <a:tint val="100000"/>
                <a:shade val="48000"/>
              </a:schemeClr>
            </a:gs>
          </a:gsLst>
          <a:lin ang="16200000" scaled="0"/>
          <a:tileRect l="0" t="0" r="0" b="0"/>
        </a:gradFill>
      </a:bgFillStyleLst>
    </a:fmtScheme>
  </a:themeElements>
</a:theme>
</file>

<file path=ppt/theme/theme85.xml><?xml version="1.0" encoding="utf-8"?>
<a:theme xmlns:a="http://schemas.openxmlformats.org/drawingml/2006/main" xmlns:r="http://schemas.openxmlformats.org/officeDocument/2006/relationships" name="Retrospección">
  <a:themeElements>
    <a:clrScheme name="Retrospect">
      <a:dk1>
        <a:srgbClr val="000000"/>
      </a:dk1>
      <a:lt1>
        <a:srgbClr val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shade val="92000"/>
              </a:schemeClr>
            </a:gs>
            <a:gs pos="45000">
              <a:schemeClr val="phClr">
                <a:tint val="60000"/>
                <a:shade val="99000"/>
              </a:schemeClr>
            </a:gs>
            <a:gs pos="100000">
              <a:schemeClr val="phClr">
                <a:tint val="55000"/>
              </a:schemeClr>
            </a:gs>
          </a:gsLst>
          <a:path path="circle">
            <a:fillToRect l="100000" t="100000" r="100000" b="100000"/>
          </a:path>
          <a:tileRect l="0" t="0" r="0" b="0"/>
        </a:gradFill>
        <a:gradFill>
          <a:gsLst>
            <a:gs pos="0">
              <a:schemeClr val="phClr">
                <a:shade val="85000"/>
              </a:schemeClr>
            </a:gs>
            <a:gs pos="34000">
              <a:schemeClr val="phClr">
                <a:shade val="87000"/>
              </a:schemeClr>
            </a:gs>
            <a:gs pos="70000">
              <a:schemeClr val="phClr">
                <a:tint val="100000"/>
                <a:shade val="90000"/>
              </a:schemeClr>
            </a:gs>
            <a:gs pos="100000">
              <a:schemeClr val="phClr">
                <a:tint val="100000"/>
                <a:shade val="100000"/>
              </a:schemeClr>
            </a:gs>
          </a:gsLst>
          <a:path path="circle">
            <a:fillToRect l="100000" t="100000" r="100000" b="100000"/>
          </a:path>
          <a:tileRect l="0" t="0" r="0" b="0"/>
        </a:gradFill>
      </a:fillStyleLst>
      <a:lnStyleLst>
        <a:ln w="12700" cap="flat" cmpd="sng" algn="ctr">
          <a:prstDash val="solid"/>
        </a:ln>
        <a:ln w="15875" cap="flat" cmpd="sng" algn="ctr">
          <a:prstDash val="solid"/>
        </a:ln>
        <a:ln w="254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</a:schemeClr>
        </a:solidFill>
        <a:gradFill>
          <a:gsLst>
            <a:gs pos="0">
              <a:schemeClr val="phClr">
                <a:tint val="96000"/>
                <a:shade val="99000"/>
              </a:schemeClr>
            </a:gs>
            <a:gs pos="65000">
              <a:schemeClr val="phClr">
                <a:tint val="100000"/>
                <a:shade val="80000"/>
              </a:schemeClr>
            </a:gs>
            <a:gs pos="100000">
              <a:schemeClr val="phClr">
                <a:tint val="100000"/>
                <a:shade val="48000"/>
              </a:schemeClr>
            </a:gs>
          </a:gsLst>
          <a:lin ang="162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534</TotalTime>
  <Application>LibreOffice/24.8.2.1$MacOSX_AARCH64 LibreOffice_project/0f794b6e29741098670a3b95d60478a65d05ef13</Application>
  <AppVersion>15.0000</AppVersion>
  <Words>66</Words>
  <Paragraphs>22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2017-07-11T18:43:13Z</dcterms:created>
  <dc:creator>INES TERCEIRO HERRERO</dc:creator>
  <dc:description/>
  <dc:language>es-ES</dc:language>
  <cp:lastModifiedBy/>
  <cp:lastPrinted>2025-10-28T15:57:30Z</cp:lastPrinted>
  <dcterms:modified xsi:type="dcterms:W3CDTF">2025-11-18T09:51:57Z</dcterms:modified>
  <cp:revision>200</cp:revision>
  <dc:subject/>
  <dc:title>Presentación de PowerPoint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Panorámica</vt:lpwstr>
  </property>
  <property fmtid="{D5CDD505-2E9C-101B-9397-08002B2CF9AE}" pid="3" name="Slides">
    <vt:i4>11</vt:i4>
  </property>
</Properties>
</file>